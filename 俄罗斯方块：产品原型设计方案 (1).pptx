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3.svg" ContentType="image/svg+xml"/>
  <Override PartName="/ppt/media/image5.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Lst>
  <p:notesMasterIdLst>
    <p:notesMasterId r:id="rId6"/>
  </p:notesMasterIdLst>
  <p:sldIdLst>
    <p:sldId id="276" r:id="rId5"/>
    <p:sldId id="277" r:id="rId7"/>
    <p:sldId id="272" r:id="rId8"/>
    <p:sldId id="281" r:id="rId9"/>
    <p:sldId id="273" r:id="rId10"/>
    <p:sldId id="274" r:id="rId11"/>
    <p:sldId id="275" r:id="rId12"/>
    <p:sldId id="278" r:id="rId13"/>
    <p:sldId id="279" r:id="rId14"/>
    <p:sldId id="280"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573"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ECC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573"/>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第五页是登录界面。玩家可以通过输入昵称和密码来登录自己的账号，这样他们的高分记录就可以被保存到排行榜上。如果还没有账号，可以点击下方的链接跳转到注册界面。</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第六页是注册界面。新用户需要在这里设置自己的昵称和密码。我们特别加入了“确认密码”这一项，以防止用户输错密码。完成注册后，就可以登录游戏了。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好的，我们重新开始。这是第一页，展示的是游戏的主菜单界面。您可以看到，界面非常简洁，中央是一个功能列表，最上方的“开始游戏”按钮用蓝色高亮，表示这是默认选项。用户可以通过点击这些按钮来进入不同的功能模块。</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好的，我们重新开始。这是第一页，展示的是游戏的主菜单界面。您可以看到，界面非常简洁，中央是一个功能列表，最上方的“开始游戏”按钮用蓝色高亮，表示这是默认选项。用户可以通过点击这些按钮来进入不同的功能模块。</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二页是游戏主界面。这是玩家进行游戏的核心区域。左边是20行10列的游戏网格，玩家可以看到正在下落的方块和堆积的方块。右边是信息面板，显示下一个方块的预览和当前得分。底部还有一行操作提示，方便新玩家上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第三页是暂停界面。当玩家在游戏中按下空格键时，就会弹出这个界面。它覆盖在游戏画面之上，提供了三个选项：继续游戏、进入充值界面，或者直接返回主菜单，给了玩家充分的操作灵活性。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第四页是结算界面。当游戏结束时，玩家会看到这个页面。它清晰地告诉玩家游戏结束，并展示了本局获得的最终得分。下方的“返回主菜单”按钮可以引导玩家快速开始下一局游戏。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第七页是排行榜界面。这里展示了服务器上前十名玩家的昵称和他们的最高分数。这是一个激发玩家竞争欲的重要功能，每个人都希望自己的名字出现在这个榜单上。</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第八页是游戏设置界面。玩家可以在这里调整游戏的音效开关、音量大小，以及选择游戏难度。这些个性化设置能让不同的玩家都找到最舒适的游戏体验。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第九页是充值商店界面。这里展示了游戏提供的付费道具，比如“一键清屏”、“恢复体力”等。玩家可以通过购买这些道具来获得更好的游戏体验或在关键时刻帮助自己。这是游戏的主要商业化模块。</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2.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2.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2.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3.xml"/><Relationship Id="rId4" Type="http://schemas.openxmlformats.org/officeDocument/2006/relationships/image" Target="../media/image6.jpeg"/><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2.xml"/><Relationship Id="rId6" Type="http://schemas.openxmlformats.org/officeDocument/2006/relationships/tags" Target="../tags/tag9.xml"/><Relationship Id="rId5" Type="http://schemas.openxmlformats.org/officeDocument/2006/relationships/image" Target="../media/image3.svg"/><Relationship Id="rId4" Type="http://schemas.openxmlformats.org/officeDocument/2006/relationships/image" Target="../media/image9.png"/><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4" Type="http://schemas.openxmlformats.org/officeDocument/2006/relationships/notesSlide" Target="../notesSlides/notesSlide8.xml"/><Relationship Id="rId23" Type="http://schemas.openxmlformats.org/officeDocument/2006/relationships/slideLayout" Target="../slideLayouts/slideLayout12.xml"/><Relationship Id="rId22" Type="http://schemas.openxmlformats.org/officeDocument/2006/relationships/tags" Target="../tags/tag30.xml"/><Relationship Id="rId21" Type="http://schemas.openxmlformats.org/officeDocument/2006/relationships/tags" Target="../tags/tag29.xml"/><Relationship Id="rId20" Type="http://schemas.openxmlformats.org/officeDocument/2006/relationships/tags" Target="../tags/tag28.xml"/><Relationship Id="rId2" Type="http://schemas.openxmlformats.org/officeDocument/2006/relationships/tags" Target="../tags/tag10.xml"/><Relationship Id="rId19" Type="http://schemas.openxmlformats.org/officeDocument/2006/relationships/tags" Target="../tags/tag27.xml"/><Relationship Id="rId18" Type="http://schemas.openxmlformats.org/officeDocument/2006/relationships/tags" Target="../tags/tag26.xml"/><Relationship Id="rId17" Type="http://schemas.openxmlformats.org/officeDocument/2006/relationships/tags" Target="../tags/tag25.xml"/><Relationship Id="rId16" Type="http://schemas.openxmlformats.org/officeDocument/2006/relationships/tags" Target="../tags/tag24.xml"/><Relationship Id="rId15" Type="http://schemas.openxmlformats.org/officeDocument/2006/relationships/tags" Target="../tags/tag23.xml"/><Relationship Id="rId14" Type="http://schemas.openxmlformats.org/officeDocument/2006/relationships/tags" Target="../tags/tag22.xml"/><Relationship Id="rId13" Type="http://schemas.openxmlformats.org/officeDocument/2006/relationships/tags" Target="../tags/tag21.xml"/><Relationship Id="rId12" Type="http://schemas.openxmlformats.org/officeDocument/2006/relationships/tags" Target="../tags/tag20.xml"/><Relationship Id="rId11" Type="http://schemas.openxmlformats.org/officeDocument/2006/relationships/tags" Target="../tags/tag19.xml"/><Relationship Id="rId10" Type="http://schemas.openxmlformats.org/officeDocument/2006/relationships/tags" Target="../tags/tag18.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12.xml"/><Relationship Id="rId5" Type="http://schemas.openxmlformats.org/officeDocument/2006/relationships/image" Target="../media/image13.svg"/><Relationship Id="rId4" Type="http://schemas.openxmlformats.org/officeDocument/2006/relationships/image" Target="../media/image12.png"/><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tags" Target="../tags/tag35.xml"/><Relationship Id="rId7" Type="http://schemas.openxmlformats.org/officeDocument/2006/relationships/tags" Target="../tags/tag34.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tags" Target="../tags/tag33.xml"/><Relationship Id="rId30" Type="http://schemas.openxmlformats.org/officeDocument/2006/relationships/notesSlide" Target="../notesSlides/notesSlide10.xml"/><Relationship Id="rId3" Type="http://schemas.openxmlformats.org/officeDocument/2006/relationships/tags" Target="../tags/tag32.xml"/><Relationship Id="rId29" Type="http://schemas.openxmlformats.org/officeDocument/2006/relationships/slideLayout" Target="../slideLayouts/slideLayout12.xml"/><Relationship Id="rId28" Type="http://schemas.openxmlformats.org/officeDocument/2006/relationships/tags" Target="../tags/tag51.xml"/><Relationship Id="rId27" Type="http://schemas.openxmlformats.org/officeDocument/2006/relationships/tags" Target="../tags/tag50.xml"/><Relationship Id="rId26" Type="http://schemas.openxmlformats.org/officeDocument/2006/relationships/tags" Target="../tags/tag49.xml"/><Relationship Id="rId25" Type="http://schemas.openxmlformats.org/officeDocument/2006/relationships/tags" Target="../tags/tag48.xml"/><Relationship Id="rId24" Type="http://schemas.openxmlformats.org/officeDocument/2006/relationships/image" Target="../media/image19.svg"/><Relationship Id="rId23" Type="http://schemas.openxmlformats.org/officeDocument/2006/relationships/image" Target="../media/image18.png"/><Relationship Id="rId22" Type="http://schemas.openxmlformats.org/officeDocument/2006/relationships/tags" Target="../tags/tag47.xml"/><Relationship Id="rId21" Type="http://schemas.openxmlformats.org/officeDocument/2006/relationships/tags" Target="../tags/tag46.xml"/><Relationship Id="rId20" Type="http://schemas.openxmlformats.org/officeDocument/2006/relationships/tags" Target="../tags/tag45.xml"/><Relationship Id="rId2" Type="http://schemas.openxmlformats.org/officeDocument/2006/relationships/tags" Target="../tags/tag31.xml"/><Relationship Id="rId19" Type="http://schemas.openxmlformats.org/officeDocument/2006/relationships/tags" Target="../tags/tag44.xml"/><Relationship Id="rId18" Type="http://schemas.openxmlformats.org/officeDocument/2006/relationships/tags" Target="../tags/tag43.xml"/><Relationship Id="rId17" Type="http://schemas.openxmlformats.org/officeDocument/2006/relationships/tags" Target="../tags/tag42.xml"/><Relationship Id="rId16" Type="http://schemas.openxmlformats.org/officeDocument/2006/relationships/tags" Target="../tags/tag41.xml"/><Relationship Id="rId15" Type="http://schemas.openxmlformats.org/officeDocument/2006/relationships/image" Target="../media/image17.svg"/><Relationship Id="rId14" Type="http://schemas.openxmlformats.org/officeDocument/2006/relationships/image" Target="../media/image16.png"/><Relationship Id="rId13" Type="http://schemas.openxmlformats.org/officeDocument/2006/relationships/tags" Target="../tags/tag40.xml"/><Relationship Id="rId12" Type="http://schemas.openxmlformats.org/officeDocument/2006/relationships/tags" Target="../tags/tag39.xml"/><Relationship Id="rId11" Type="http://schemas.openxmlformats.org/officeDocument/2006/relationships/tags" Target="../tags/tag38.xml"/><Relationship Id="rId10" Type="http://schemas.openxmlformats.org/officeDocument/2006/relationships/tags" Target="../tags/tag37.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登录界面</a:t>
            </a:r>
            <a:endParaRPr lang="en-US" sz="1100"/>
          </a:p>
        </p:txBody>
      </p:sp>
      <p:grpSp>
        <p:nvGrpSpPr>
          <p:cNvPr id="20" name="组合 19"/>
          <p:cNvGrpSpPr/>
          <p:nvPr/>
        </p:nvGrpSpPr>
        <p:grpSpPr>
          <a:xfrm>
            <a:off x="3810000" y="1390650"/>
            <a:ext cx="4572000" cy="4826000"/>
            <a:chOff x="12757" y="2100"/>
            <a:chExt cx="7200" cy="7600"/>
          </a:xfrm>
        </p:grpSpPr>
        <p:sp>
          <p:nvSpPr>
            <p:cNvPr id="11" name="AutoShape 3"/>
            <p:cNvSpPr/>
            <p:nvPr/>
          </p:nvSpPr>
          <p:spPr>
            <a:xfrm>
              <a:off x="12757" y="2100"/>
              <a:ext cx="7200" cy="7600"/>
            </a:xfrm>
            <a:prstGeom prst="roundRect">
              <a:avLst>
                <a:gd name="adj" fmla="val 4444"/>
              </a:avLst>
            </a:prstGeom>
            <a:solidFill>
              <a:srgbClr val="FFFFFF">
                <a:alpha val="100000"/>
              </a:srgbClr>
            </a:solidFill>
            <a:ln w="12700" cap="flat" cmpd="sng">
              <a:solidFill>
                <a:srgbClr val="E6E6E6">
                  <a:alpha val="100000"/>
                </a:srgbClr>
              </a:solidFill>
              <a:prstDash val="solid"/>
              <a:round/>
            </a:ln>
            <a:effectLst>
              <a:outerShdw blurRad="254000" dir="2700000" algn="tl" rotWithShape="0">
                <a:srgbClr val="000000">
                  <a:alpha val="8000"/>
                </a:srgbClr>
              </a:outerShdw>
            </a:effectLst>
          </p:spPr>
          <p:txBody>
            <a:bodyPr vert="horz" wrap="square" lIns="63500" tIns="63500" rIns="63500" bIns="63500" rtlCol="0" anchor="ctr"/>
            <a:lstStyle/>
            <a:p>
              <a:pPr algn="ctr">
                <a:defRPr/>
              </a:pPr>
            </a:p>
          </p:txBody>
        </p:sp>
        <p:sp>
          <p:nvSpPr>
            <p:cNvPr id="12" name="AutoShape 4"/>
            <p:cNvSpPr/>
            <p:nvPr/>
          </p:nvSpPr>
          <p:spPr>
            <a:xfrm>
              <a:off x="12757" y="2700"/>
              <a:ext cx="7200" cy="7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a:solidFill>
                    <a:srgbClr val="333333"/>
                  </a:solidFill>
                  <a:latin typeface="Noto Sans SC" panose="020B0200000000000000" charset="-122"/>
                  <a:ea typeface="Noto Sans SC" panose="020B0200000000000000" charset="-122"/>
                  <a:cs typeface="Noto Sans SC" panose="020B0200000000000000" charset="-122"/>
                </a:rPr>
                <a:t>登录</a:t>
              </a:r>
              <a:endParaRPr lang="zh-CN" altLang="en-US" sz="2400">
                <a:latin typeface="Noto Sans SC" panose="020B0200000000000000" charset="-122"/>
                <a:ea typeface="Noto Sans SC" panose="020B0200000000000000" charset="-122"/>
              </a:endParaRPr>
            </a:p>
          </p:txBody>
        </p:sp>
        <p:sp>
          <p:nvSpPr>
            <p:cNvPr id="13" name="AutoShape 5"/>
            <p:cNvSpPr/>
            <p:nvPr>
              <p:custDataLst>
                <p:tags r:id="rId1"/>
              </p:custDataLst>
            </p:nvPr>
          </p:nvSpPr>
          <p:spPr>
            <a:xfrm>
              <a:off x="13357" y="3900"/>
              <a:ext cx="6000" cy="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昵称 </a:t>
              </a:r>
              <a:endParaRPr lang="en-US" sz="1100"/>
            </a:p>
          </p:txBody>
        </p:sp>
        <p:sp>
          <p:nvSpPr>
            <p:cNvPr id="14" name="AutoShape 6"/>
            <p:cNvSpPr/>
            <p:nvPr>
              <p:custDataLst>
                <p:tags r:id="rId2"/>
              </p:custDataLst>
            </p:nvPr>
          </p:nvSpPr>
          <p:spPr>
            <a:xfrm>
              <a:off x="13357" y="4500"/>
              <a:ext cx="6000" cy="880"/>
            </a:xfrm>
            <a:prstGeom prst="roundRect">
              <a:avLst>
                <a:gd name="adj" fmla="val 18181"/>
              </a:avLst>
            </a:prstGeom>
            <a:solidFill>
              <a:srgbClr val="F7F9FC">
                <a:alpha val="100000"/>
              </a:srgbClr>
            </a:solidFill>
            <a:ln w="12700" cap="flat" cmpd="sng">
              <a:solidFill>
                <a:srgbClr val="DCE0E6">
                  <a:alpha val="100000"/>
                </a:srgbClr>
              </a:solidFill>
              <a:prstDash val="solid"/>
              <a:round/>
            </a:ln>
          </p:spPr>
          <p:txBody>
            <a:bodyPr vert="horz" wrap="square" lIns="63500" tIns="63500" rIns="63500" bIns="63500" rtlCol="0" anchor="ctr"/>
            <a:lstStyle/>
            <a:p>
              <a:pPr algn="ctr">
                <a:defRPr/>
              </a:pPr>
            </a:p>
          </p:txBody>
        </p:sp>
        <p:sp>
          <p:nvSpPr>
            <p:cNvPr id="15" name="AutoShape 7"/>
            <p:cNvSpPr/>
            <p:nvPr>
              <p:custDataLst>
                <p:tags r:id="rId3"/>
              </p:custDataLst>
            </p:nvPr>
          </p:nvSpPr>
          <p:spPr>
            <a:xfrm>
              <a:off x="13357" y="5700"/>
              <a:ext cx="6000" cy="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密码 </a:t>
              </a:r>
              <a:endParaRPr lang="en-US" sz="1100"/>
            </a:p>
          </p:txBody>
        </p:sp>
        <p:sp>
          <p:nvSpPr>
            <p:cNvPr id="16" name="AutoShape 8"/>
            <p:cNvSpPr/>
            <p:nvPr>
              <p:custDataLst>
                <p:tags r:id="rId4"/>
              </p:custDataLst>
            </p:nvPr>
          </p:nvSpPr>
          <p:spPr>
            <a:xfrm>
              <a:off x="13357" y="6300"/>
              <a:ext cx="6000" cy="880"/>
            </a:xfrm>
            <a:prstGeom prst="roundRect">
              <a:avLst>
                <a:gd name="adj" fmla="val 18181"/>
              </a:avLst>
            </a:prstGeom>
            <a:solidFill>
              <a:srgbClr val="F7F9FC">
                <a:alpha val="100000"/>
              </a:srgbClr>
            </a:solidFill>
            <a:ln w="12700" cap="flat" cmpd="sng">
              <a:solidFill>
                <a:srgbClr val="DCE0E6">
                  <a:alpha val="100000"/>
                </a:srgbClr>
              </a:solidFill>
              <a:prstDash val="solid"/>
              <a:round/>
            </a:ln>
          </p:spPr>
          <p:txBody>
            <a:bodyPr vert="horz" wrap="square" lIns="63500" tIns="63500" rIns="63500" bIns="63500" rtlCol="0" anchor="ctr"/>
            <a:lstStyle/>
            <a:p>
              <a:pPr algn="ctr">
                <a:defRPr/>
              </a:pPr>
            </a:p>
          </p:txBody>
        </p:sp>
        <p:sp>
          <p:nvSpPr>
            <p:cNvPr id="17" name="AutoShape 9"/>
            <p:cNvSpPr/>
            <p:nvPr/>
          </p:nvSpPr>
          <p:spPr>
            <a:xfrm>
              <a:off x="13357" y="7700"/>
              <a:ext cx="6000" cy="960"/>
            </a:xfrm>
            <a:prstGeom prst="roundRect">
              <a:avLst>
                <a:gd name="adj" fmla="val 20833"/>
              </a:avLst>
            </a:prstGeom>
            <a:solidFill>
              <a:srgbClr val="AECBFA">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zh-CN" alt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登录</a:t>
              </a:r>
              <a:r>
                <a:rPr lang="zh-CN" alt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游戏</a:t>
              </a:r>
              <a:endParaRPr lang="zh-CN" alt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0"/>
            <p:cNvSpPr/>
            <p:nvPr/>
          </p:nvSpPr>
          <p:spPr>
            <a:xfrm>
              <a:off x="13357" y="9000"/>
              <a:ext cx="6000" cy="4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200" b="0" i="0" u="none" strike="noStrike">
                  <a:solidFill>
                    <a:srgbClr val="999999"/>
                  </a:solidFill>
                  <a:latin typeface="Noto Sans SC" panose="020B0200000000000000" charset="-122"/>
                  <a:ea typeface="Noto Sans SC" panose="020B0200000000000000" charset="-122"/>
                  <a:cs typeface="Noto Sans SC" panose="020B0200000000000000" charset="-122"/>
                  <a:sym typeface="Noto Sans SC" panose="020B0200000000000000" charset="-122"/>
                </a:rPr>
                <a:t>没</a:t>
              </a:r>
              <a:r>
                <a:rPr lang="en-US" sz="1200" b="0" i="0" u="none" strike="noStrike">
                  <a:solidFill>
                    <a:srgbClr val="999999"/>
                  </a:solidFill>
                  <a:latin typeface="Noto Sans SC" panose="020B0200000000000000" charset="-122"/>
                  <a:ea typeface="Noto Sans SC" panose="020B0200000000000000" charset="-122"/>
                  <a:cs typeface="Noto Sans SC" panose="020B0200000000000000" charset="-122"/>
                  <a:sym typeface="Noto Sans SC" panose="020B0200000000000000" charset="-122"/>
                </a:rPr>
                <a:t>有账号？</a:t>
              </a:r>
              <a:r>
                <a:rPr lang="en-US" sz="1200" b="1" i="0" u="none" strike="noStrike">
                  <a:solidFill>
                    <a:srgbClr val="AECBFA"/>
                  </a:solidFill>
                  <a:latin typeface="Noto Sans SC" panose="020B0200000000000000" charset="-122"/>
                  <a:ea typeface="Noto Sans SC" panose="020B0200000000000000" charset="-122"/>
                  <a:cs typeface="Noto Sans SC" panose="020B0200000000000000" charset="-122"/>
                  <a:sym typeface="Noto Sans SC" panose="020B0200000000000000" charset="-122"/>
                </a:rPr>
                <a:t>立即</a:t>
              </a:r>
              <a:r>
                <a:rPr lang="zh-CN" altLang="en-US" sz="1200" b="1" i="0" u="none" strike="noStrike">
                  <a:solidFill>
                    <a:srgbClr val="AECBFA"/>
                  </a:solidFill>
                  <a:latin typeface="Noto Sans SC" panose="020B0200000000000000" charset="-122"/>
                  <a:ea typeface="Noto Sans SC" panose="020B0200000000000000" charset="-122"/>
                  <a:cs typeface="Noto Sans SC" panose="020B0200000000000000" charset="-122"/>
                  <a:sym typeface="Noto Sans SC" panose="020B0200000000000000" charset="-122"/>
                </a:rPr>
                <a:t>注册</a:t>
              </a:r>
              <a:endParaRPr lang="zh-CN" altLang="en-US" sz="1200" b="1" i="0" u="none" strike="noStrike">
                <a:solidFill>
                  <a:srgbClr val="AECBF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注册界面</a:t>
            </a:r>
            <a:endParaRPr lang="en-US" sz="1100"/>
          </a:p>
        </p:txBody>
      </p:sp>
      <p:sp>
        <p:nvSpPr>
          <p:cNvPr id="3" name="AutoShape 3"/>
          <p:cNvSpPr/>
          <p:nvPr/>
        </p:nvSpPr>
        <p:spPr>
          <a:xfrm>
            <a:off x="3810000" y="1397000"/>
            <a:ext cx="4572000" cy="4826000"/>
          </a:xfrm>
          <a:prstGeom prst="roundRect">
            <a:avLst>
              <a:gd name="adj" fmla="val 4444"/>
            </a:avLst>
          </a:prstGeom>
          <a:solidFill>
            <a:srgbClr val="FFFFFF">
              <a:alpha val="100000"/>
            </a:srgbClr>
          </a:solidFill>
          <a:ln w="12700" cap="flat" cmpd="sng">
            <a:solidFill>
              <a:srgbClr val="E6E6E6">
                <a:alpha val="100000"/>
              </a:srgbClr>
            </a:solidFill>
            <a:prstDash val="solid"/>
            <a:round/>
          </a:ln>
          <a:effectLst>
            <a:outerShdw blurRad="254000" dir="2700000" algn="tl" rotWithShape="0">
              <a:srgbClr val="000000">
                <a:alpha val="8000"/>
              </a:srgbClr>
            </a:outerShdw>
          </a:effectLst>
        </p:spPr>
        <p:txBody>
          <a:bodyPr vert="horz" wrap="square" lIns="63500" tIns="63500" rIns="63500" bIns="63500" rtlCol="0" anchor="ctr"/>
          <a:lstStyle/>
          <a:p>
            <a:pPr algn="ctr">
              <a:defRPr/>
            </a:pPr>
          </a:p>
        </p:txBody>
      </p:sp>
      <p:sp>
        <p:nvSpPr>
          <p:cNvPr id="4" name="AutoShape 4"/>
          <p:cNvSpPr/>
          <p:nvPr/>
        </p:nvSpPr>
        <p:spPr>
          <a:xfrm>
            <a:off x="3810000" y="1778000"/>
            <a:ext cx="4572000" cy="444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注册新账号</a:t>
            </a:r>
            <a:endParaRPr lang="en-US" sz="1100"/>
          </a:p>
        </p:txBody>
      </p:sp>
      <p:sp>
        <p:nvSpPr>
          <p:cNvPr id="5" name="AutoShape 5"/>
          <p:cNvSpPr/>
          <p:nvPr>
            <p:custDataLst>
              <p:tags r:id="rId1"/>
            </p:custDataLst>
          </p:nvPr>
        </p:nvSpPr>
        <p:spPr>
          <a:xfrm>
            <a:off x="4191000" y="2540000"/>
            <a:ext cx="381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昵称 </a:t>
            </a:r>
            <a:endParaRPr lang="en-US" sz="1100"/>
          </a:p>
        </p:txBody>
      </p:sp>
      <p:sp>
        <p:nvSpPr>
          <p:cNvPr id="6" name="AutoShape 6"/>
          <p:cNvSpPr/>
          <p:nvPr>
            <p:custDataLst>
              <p:tags r:id="rId2"/>
            </p:custDataLst>
          </p:nvPr>
        </p:nvSpPr>
        <p:spPr>
          <a:xfrm>
            <a:off x="4191000" y="2921000"/>
            <a:ext cx="3810000" cy="558800"/>
          </a:xfrm>
          <a:prstGeom prst="roundRect">
            <a:avLst>
              <a:gd name="adj" fmla="val 18181"/>
            </a:avLst>
          </a:prstGeom>
          <a:solidFill>
            <a:srgbClr val="F7F9FC">
              <a:alpha val="100000"/>
            </a:srgbClr>
          </a:solidFill>
          <a:ln w="12700" cap="flat" cmpd="sng">
            <a:solidFill>
              <a:srgbClr val="DCE0E6">
                <a:alpha val="100000"/>
              </a:srgbClr>
            </a:solidFill>
            <a:prstDash val="solid"/>
            <a:round/>
          </a:ln>
        </p:spPr>
        <p:txBody>
          <a:bodyPr vert="horz" wrap="square" lIns="63500" tIns="63500" rIns="63500" bIns="63500" rtlCol="0" anchor="ctr"/>
          <a:lstStyle/>
          <a:p>
            <a:pPr algn="ctr">
              <a:defRPr/>
            </a:pPr>
          </a:p>
        </p:txBody>
      </p:sp>
      <p:sp>
        <p:nvSpPr>
          <p:cNvPr id="7" name="AutoShape 7"/>
          <p:cNvSpPr/>
          <p:nvPr>
            <p:custDataLst>
              <p:tags r:id="rId3"/>
            </p:custDataLst>
          </p:nvPr>
        </p:nvSpPr>
        <p:spPr>
          <a:xfrm>
            <a:off x="4191000" y="3683000"/>
            <a:ext cx="381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密码 </a:t>
            </a:r>
            <a:endParaRPr lang="en-US" sz="1100"/>
          </a:p>
        </p:txBody>
      </p:sp>
      <p:sp>
        <p:nvSpPr>
          <p:cNvPr id="8" name="AutoShape 8"/>
          <p:cNvSpPr/>
          <p:nvPr>
            <p:custDataLst>
              <p:tags r:id="rId4"/>
            </p:custDataLst>
          </p:nvPr>
        </p:nvSpPr>
        <p:spPr>
          <a:xfrm>
            <a:off x="4191000" y="4064000"/>
            <a:ext cx="3810000" cy="558800"/>
          </a:xfrm>
          <a:prstGeom prst="roundRect">
            <a:avLst>
              <a:gd name="adj" fmla="val 18181"/>
            </a:avLst>
          </a:prstGeom>
          <a:solidFill>
            <a:srgbClr val="F7F9FC">
              <a:alpha val="100000"/>
            </a:srgbClr>
          </a:solidFill>
          <a:ln w="12700" cap="flat" cmpd="sng">
            <a:solidFill>
              <a:srgbClr val="DCE0E6">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4191000" y="4953000"/>
            <a:ext cx="3810000" cy="609600"/>
          </a:xfrm>
          <a:prstGeom prst="roundRect">
            <a:avLst>
              <a:gd name="adj" fmla="val 20833"/>
            </a:avLst>
          </a:prstGeom>
          <a:solidFill>
            <a:srgbClr val="AECBFA">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注册账号</a:t>
            </a:r>
            <a:endParaRPr lang="en-US" sz="1100"/>
          </a:p>
        </p:txBody>
      </p:sp>
      <p:sp>
        <p:nvSpPr>
          <p:cNvPr id="10" name="AutoShape 10"/>
          <p:cNvSpPr/>
          <p:nvPr/>
        </p:nvSpPr>
        <p:spPr>
          <a:xfrm>
            <a:off x="4191000" y="5778500"/>
            <a:ext cx="3810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999999"/>
                </a:solidFill>
                <a:latin typeface="Noto Sans SC" panose="020B0200000000000000" charset="-122"/>
                <a:ea typeface="Noto Sans SC" panose="020B0200000000000000" charset="-122"/>
                <a:cs typeface="Noto Sans SC" panose="020B0200000000000000" charset="-122"/>
                <a:sym typeface="Noto Sans SC" panose="020B0200000000000000" charset="-122"/>
              </a:rPr>
              <a:t>已有账号？</a:t>
            </a:r>
            <a:r>
              <a:rPr lang="en-US" sz="1200" b="1" i="0" u="none" strike="noStrike">
                <a:solidFill>
                  <a:srgbClr val="AECBFA"/>
                </a:solidFill>
                <a:latin typeface="Noto Sans SC" panose="020B0200000000000000" charset="-122"/>
                <a:ea typeface="Noto Sans SC" panose="020B0200000000000000" charset="-122"/>
                <a:cs typeface="Noto Sans SC" panose="020B0200000000000000" charset="-122"/>
                <a:sym typeface="Noto Sans SC" panose="020B0200000000000000" charset="-122"/>
              </a:rPr>
              <a:t>立即登录 &gt;</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2" name="AutoShape 2"/>
          <p:cNvSpPr/>
          <p:nvPr/>
        </p:nvSpPr>
        <p:spPr>
          <a:xfrm>
            <a:off x="762000" y="508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chemeClr val="bg1">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游戏菜单界面</a:t>
            </a:r>
            <a:endParaRPr lang="en-US" sz="3200" b="1" i="0" u="none" strike="noStrike">
              <a:solidFill>
                <a:schemeClr val="bg1">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3"/>
          <p:cNvSpPr/>
          <p:nvPr/>
        </p:nvSpPr>
        <p:spPr>
          <a:xfrm>
            <a:off x="4318000" y="380365"/>
            <a:ext cx="3556000" cy="6142355"/>
          </a:xfrm>
          <a:prstGeom prst="roundRect">
            <a:avLst>
              <a:gd name="adj" fmla="val 4285"/>
            </a:avLst>
          </a:prstGeom>
          <a:solidFill>
            <a:srgbClr val="FFFFFF">
              <a:alpha val="100000"/>
            </a:srgbClr>
          </a:solidFill>
          <a:ln w="25400" cap="flat" cmpd="sng">
            <a:solidFill>
              <a:srgbClr val="E0E0E0">
                <a:alpha val="100000"/>
              </a:srgbClr>
            </a:solidFill>
            <a:prstDash val="solid"/>
            <a:round/>
          </a:ln>
          <a:effectLst>
            <a:outerShdw blurRad="254000" dist="63500" dir="5400000" algn="tl" rotWithShape="0">
              <a:srgbClr val="000000">
                <a:alpha val="8000"/>
              </a:srgbClr>
            </a:outerShdw>
          </a:effectLst>
        </p:spPr>
        <p:txBody>
          <a:bodyPr vert="horz" wrap="square" lIns="63500" tIns="63500" rIns="63500" bIns="63500" rtlCol="0" anchor="ctr"/>
          <a:lstStyle/>
          <a:p>
            <a:pPr algn="ctr">
              <a:defRPr/>
            </a:pPr>
            <a:r>
              <a:rPr lang="zh-CN" altLang="en-US"/>
              <a:t>选择排行榜</a:t>
            </a:r>
            <a:r>
              <a:rPr lang="en-US" altLang="zh-CN"/>
              <a:t>: </a:t>
            </a:r>
            <a:r>
              <a:rPr lang="zh-CN" altLang="en-US"/>
              <a:t>进入排行榜界面</a:t>
            </a:r>
            <a:endParaRPr lang="zh-CN" altLang="en-US"/>
          </a:p>
        </p:txBody>
      </p:sp>
      <p:sp>
        <p:nvSpPr>
          <p:cNvPr id="4" name="AutoShape 4"/>
          <p:cNvSpPr/>
          <p:nvPr/>
        </p:nvSpPr>
        <p:spPr>
          <a:xfrm>
            <a:off x="4318000" y="662940"/>
            <a:ext cx="3556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俄罗斯方块</a:t>
            </a:r>
            <a:endParaRPr lang="en-US" sz="1100"/>
          </a:p>
        </p:txBody>
      </p:sp>
      <p:sp>
        <p:nvSpPr>
          <p:cNvPr id="5" name="AutoShape 5"/>
          <p:cNvSpPr/>
          <p:nvPr/>
        </p:nvSpPr>
        <p:spPr>
          <a:xfrm>
            <a:off x="4699000" y="1397000"/>
            <a:ext cx="2794000" cy="660400"/>
          </a:xfrm>
          <a:prstGeom prst="roundRect">
            <a:avLst>
              <a:gd name="adj" fmla="val 15384"/>
            </a:avLst>
          </a:prstGeom>
          <a:solidFill>
            <a:srgbClr val="AECBFA">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开始游戏</a:t>
            </a:r>
            <a:endParaRPr lang="en-US" sz="1100"/>
          </a:p>
        </p:txBody>
      </p:sp>
      <p:sp>
        <p:nvSpPr>
          <p:cNvPr id="6" name="AutoShape 6"/>
          <p:cNvSpPr/>
          <p:nvPr/>
        </p:nvSpPr>
        <p:spPr>
          <a:xfrm>
            <a:off x="4699000" y="2235200"/>
            <a:ext cx="2794000" cy="660400"/>
          </a:xfrm>
          <a:prstGeom prst="roundRect">
            <a:avLst>
              <a:gd name="adj" fmla="val 15384"/>
            </a:avLst>
          </a:prstGeom>
          <a:solidFill>
            <a:srgbClr val="FFFFFF">
              <a:alpha val="100000"/>
            </a:srgbClr>
          </a:solidFill>
          <a:ln w="12700" cap="flat" cmpd="sng">
            <a:solidFill>
              <a:srgbClr val="C8C8C8">
                <a:alpha val="100000"/>
              </a:srgbClr>
            </a:solid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排行榜</a:t>
            </a:r>
            <a:endParaRPr lang="en-US" sz="1100"/>
          </a:p>
        </p:txBody>
      </p:sp>
      <p:sp>
        <p:nvSpPr>
          <p:cNvPr id="7" name="AutoShape 7"/>
          <p:cNvSpPr/>
          <p:nvPr/>
        </p:nvSpPr>
        <p:spPr>
          <a:xfrm>
            <a:off x="4699000" y="3962400"/>
            <a:ext cx="2794000" cy="660400"/>
          </a:xfrm>
          <a:prstGeom prst="roundRect">
            <a:avLst>
              <a:gd name="adj" fmla="val 15384"/>
            </a:avLst>
          </a:prstGeom>
          <a:solidFill>
            <a:srgbClr val="FFFFFF">
              <a:alpha val="100000"/>
            </a:srgbClr>
          </a:solidFill>
          <a:ln w="12700" cap="flat" cmpd="sng">
            <a:solidFill>
              <a:srgbClr val="C8C8C8">
                <a:alpha val="100000"/>
              </a:srgbClr>
            </a:solid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游戏设置</a:t>
            </a:r>
            <a:endParaRPr lang="en-US" sz="1100"/>
          </a:p>
        </p:txBody>
      </p:sp>
      <p:sp>
        <p:nvSpPr>
          <p:cNvPr id="8" name="AutoShape 8"/>
          <p:cNvSpPr/>
          <p:nvPr/>
        </p:nvSpPr>
        <p:spPr>
          <a:xfrm>
            <a:off x="4699000" y="4826000"/>
            <a:ext cx="2794000" cy="660400"/>
          </a:xfrm>
          <a:prstGeom prst="roundRect">
            <a:avLst>
              <a:gd name="adj" fmla="val 15384"/>
            </a:avLst>
          </a:prstGeom>
          <a:solidFill>
            <a:srgbClr val="FFFFFF">
              <a:alpha val="100000"/>
            </a:srgbClr>
          </a:solidFill>
          <a:ln w="12700" cap="flat" cmpd="sng">
            <a:solidFill>
              <a:srgbClr val="C8C8C8">
                <a:alpha val="100000"/>
              </a:srgbClr>
            </a:solid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团队介绍</a:t>
            </a:r>
            <a:endParaRPr lang="en-US" sz="1100"/>
          </a:p>
        </p:txBody>
      </p:sp>
      <p:grpSp>
        <p:nvGrpSpPr>
          <p:cNvPr id="10" name="组合 9"/>
          <p:cNvGrpSpPr/>
          <p:nvPr/>
        </p:nvGrpSpPr>
        <p:grpSpPr>
          <a:xfrm>
            <a:off x="8632190" y="500380"/>
            <a:ext cx="1989455" cy="650240"/>
            <a:chOff x="13594" y="788"/>
            <a:chExt cx="3133" cy="1024"/>
          </a:xfrm>
        </p:grpSpPr>
        <p:sp>
          <p:nvSpPr>
            <p:cNvPr id="43" name="AutoShape 43"/>
            <p:cNvSpPr/>
            <p:nvPr/>
          </p:nvSpPr>
          <p:spPr>
            <a:xfrm>
              <a:off x="13594" y="788"/>
              <a:ext cx="2228" cy="1025"/>
            </a:xfrm>
            <a:prstGeom prst="roundRect">
              <a:avLst>
                <a:gd name="adj" fmla="val 11428"/>
              </a:avLst>
            </a:prstGeom>
            <a:solidFill>
              <a:srgbClr val="FFFFFF">
                <a:alpha val="100000"/>
              </a:srgbClr>
            </a:solidFill>
            <a:ln w="12700" cap="flat" cmpd="sng">
              <a:solidFill>
                <a:srgbClr val="E2E8F0">
                  <a:alpha val="100000"/>
                </a:srgbClr>
              </a:solidFill>
              <a:prstDash val="solid"/>
              <a:round/>
            </a:ln>
          </p:spPr>
          <p:txBody>
            <a:bodyPr vert="horz" wrap="square" lIns="0" tIns="0" rIns="0" bIns="0" rtlCol="0" anchor="ctr" anchorCtr="0"/>
            <a:lstStyle/>
            <a:p>
              <a:pPr algn="ctr">
                <a:defRPr/>
              </a:pPr>
            </a:p>
          </p:txBody>
        </p:sp>
        <p:pic>
          <p:nvPicPr>
            <p:cNvPr id="44" name="Picture 44"/>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759" y="1044"/>
              <a:ext cx="528" cy="546"/>
            </a:xfrm>
            <a:prstGeom prst="rect">
              <a:avLst/>
            </a:prstGeom>
          </p:spPr>
        </p:pic>
        <p:sp>
          <p:nvSpPr>
            <p:cNvPr id="45" name="AutoShape 45"/>
            <p:cNvSpPr/>
            <p:nvPr/>
          </p:nvSpPr>
          <p:spPr>
            <a:xfrm>
              <a:off x="14419" y="1182"/>
              <a:ext cx="2309" cy="631"/>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300" b="1"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体力</a:t>
              </a:r>
              <a:r>
                <a:rPr lang="en-US" altLang="zh-CN" sz="1300" b="1"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x</a:t>
              </a:r>
              <a:r>
                <a:rPr lang="en-US" altLang="zh-CN" sz="1300" b="1"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50</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endParaRPr lang="en-US"/>
            </a:p>
          </p:txBody>
        </p:sp>
      </p:grpSp>
      <p:sp>
        <p:nvSpPr>
          <p:cNvPr id="12" name="AutoShape 7"/>
          <p:cNvSpPr/>
          <p:nvPr/>
        </p:nvSpPr>
        <p:spPr>
          <a:xfrm>
            <a:off x="4699000" y="3098800"/>
            <a:ext cx="2794000" cy="660400"/>
          </a:xfrm>
          <a:prstGeom prst="roundRect">
            <a:avLst>
              <a:gd name="adj" fmla="val 15384"/>
            </a:avLst>
          </a:prstGeom>
          <a:solidFill>
            <a:srgbClr val="FFFFFF">
              <a:alpha val="100000"/>
            </a:srgbClr>
          </a:solidFill>
          <a:ln w="12700" cap="flat" cmpd="sng">
            <a:solidFill>
              <a:srgbClr val="C8C8C8">
                <a:alpha val="100000"/>
              </a:srgbClr>
            </a:solid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游戏</a:t>
            </a:r>
            <a:r>
              <a:rPr lang="zh-CN" alt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充值</a:t>
            </a:r>
            <a:endParaRPr lang="zh-CN" alt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8"/>
          <p:cNvSpPr/>
          <p:nvPr/>
        </p:nvSpPr>
        <p:spPr>
          <a:xfrm>
            <a:off x="4699000" y="5689600"/>
            <a:ext cx="2794000" cy="660400"/>
          </a:xfrm>
          <a:prstGeom prst="roundRect">
            <a:avLst>
              <a:gd name="adj" fmla="val 15384"/>
            </a:avLst>
          </a:prstGeom>
          <a:solidFill>
            <a:srgbClr val="FFFFFF">
              <a:alpha val="100000"/>
            </a:srgbClr>
          </a:solidFill>
          <a:ln w="12700" cap="flat" cmpd="sng">
            <a:solidFill>
              <a:srgbClr val="C8C8C8">
                <a:alpha val="100000"/>
              </a:srgbClr>
            </a:solidFill>
            <a:prstDash val="solid"/>
            <a:round/>
          </a:ln>
        </p:spPr>
        <p:txBody>
          <a:bodyPr vert="horz" wrap="square" lIns="0" tIns="0" rIns="0" bIns="0" rtlCol="0" anchor="ctr" anchorCtr="0"/>
          <a:lstStyle/>
          <a:p>
            <a:pPr indent="0" algn="ctr">
              <a:lnSpc>
                <a:spcPct val="125000"/>
              </a:lnSpc>
              <a:defRPr/>
            </a:pPr>
            <a:r>
              <a:rPr lang="en-US" sz="1400">
                <a:solidFill>
                  <a:srgbClr val="555555"/>
                </a:solidFill>
                <a:latin typeface="Noto Sans SC" panose="020B0200000000000000" charset="-122"/>
                <a:ea typeface="Noto Sans SC" panose="020B0200000000000000" charset="-122"/>
                <a:cs typeface="Noto Sans SC" panose="020B0200000000000000" charset="-122"/>
              </a:rPr>
              <a:t>退出</a:t>
            </a:r>
            <a:endParaRPr lang="en-US" sz="1400">
              <a:solidFill>
                <a:srgbClr val="555555"/>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2" name="AutoShape 2"/>
          <p:cNvSpPr/>
          <p:nvPr/>
        </p:nvSpPr>
        <p:spPr>
          <a:xfrm>
            <a:off x="762000" y="508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chemeClr val="bg1">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游戏菜单界面</a:t>
            </a:r>
            <a:endParaRPr lang="en-US" sz="3200" b="1" i="0" u="none" strike="noStrike">
              <a:solidFill>
                <a:schemeClr val="bg1">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3"/>
          <p:cNvSpPr/>
          <p:nvPr/>
        </p:nvSpPr>
        <p:spPr>
          <a:xfrm>
            <a:off x="4318000" y="380365"/>
            <a:ext cx="3556000" cy="6142355"/>
          </a:xfrm>
          <a:prstGeom prst="roundRect">
            <a:avLst>
              <a:gd name="adj" fmla="val 4285"/>
            </a:avLst>
          </a:prstGeom>
          <a:solidFill>
            <a:srgbClr val="FFFFFF">
              <a:alpha val="100000"/>
            </a:srgbClr>
          </a:solidFill>
          <a:ln w="25400" cap="flat" cmpd="sng">
            <a:solidFill>
              <a:srgbClr val="E0E0E0">
                <a:alpha val="100000"/>
              </a:srgbClr>
            </a:solidFill>
            <a:prstDash val="solid"/>
            <a:round/>
          </a:ln>
          <a:effectLst>
            <a:outerShdw blurRad="254000" dist="63500" dir="5400000" algn="tl" rotWithShape="0">
              <a:srgbClr val="000000">
                <a:alpha val="8000"/>
              </a:srgbClr>
            </a:outerShdw>
          </a:effectLst>
        </p:spPr>
        <p:txBody>
          <a:bodyPr vert="horz" wrap="square" lIns="63500" tIns="63500" rIns="63500" bIns="63500" rtlCol="0" anchor="ctr"/>
          <a:lstStyle/>
          <a:p>
            <a:pPr algn="ctr">
              <a:defRPr/>
            </a:pPr>
            <a:r>
              <a:rPr lang="zh-CN" altLang="en-US"/>
              <a:t>选择排行榜</a:t>
            </a:r>
            <a:r>
              <a:rPr lang="en-US" altLang="zh-CN"/>
              <a:t>: </a:t>
            </a:r>
            <a:r>
              <a:rPr lang="zh-CN" altLang="en-US"/>
              <a:t>进入排行榜界面</a:t>
            </a:r>
            <a:endParaRPr lang="zh-CN" altLang="en-US"/>
          </a:p>
        </p:txBody>
      </p:sp>
      <p:sp>
        <p:nvSpPr>
          <p:cNvPr id="4" name="AutoShape 4"/>
          <p:cNvSpPr/>
          <p:nvPr/>
        </p:nvSpPr>
        <p:spPr>
          <a:xfrm>
            <a:off x="4318000" y="662940"/>
            <a:ext cx="3556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俄罗斯方块</a:t>
            </a:r>
            <a:endParaRPr lang="en-US" sz="1100"/>
          </a:p>
        </p:txBody>
      </p:sp>
      <p:sp>
        <p:nvSpPr>
          <p:cNvPr id="5" name="AutoShape 5"/>
          <p:cNvSpPr/>
          <p:nvPr/>
        </p:nvSpPr>
        <p:spPr>
          <a:xfrm>
            <a:off x="4699000" y="1397000"/>
            <a:ext cx="2794000" cy="660400"/>
          </a:xfrm>
          <a:prstGeom prst="roundRect">
            <a:avLst>
              <a:gd name="adj" fmla="val 15384"/>
            </a:avLst>
          </a:prstGeom>
          <a:solidFill>
            <a:srgbClr val="AECBFA">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开始游戏</a:t>
            </a:r>
            <a:endParaRPr lang="en-US" sz="1100"/>
          </a:p>
        </p:txBody>
      </p:sp>
      <p:sp>
        <p:nvSpPr>
          <p:cNvPr id="6" name="AutoShape 6"/>
          <p:cNvSpPr/>
          <p:nvPr/>
        </p:nvSpPr>
        <p:spPr>
          <a:xfrm>
            <a:off x="4699000" y="2235200"/>
            <a:ext cx="2794000" cy="660400"/>
          </a:xfrm>
          <a:prstGeom prst="roundRect">
            <a:avLst>
              <a:gd name="adj" fmla="val 15384"/>
            </a:avLst>
          </a:prstGeom>
          <a:solidFill>
            <a:srgbClr val="FFFFFF">
              <a:alpha val="100000"/>
            </a:srgbClr>
          </a:solidFill>
          <a:ln w="12700" cap="flat" cmpd="sng">
            <a:solidFill>
              <a:srgbClr val="C8C8C8">
                <a:alpha val="100000"/>
              </a:srgbClr>
            </a:solid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排行榜</a:t>
            </a:r>
            <a:endParaRPr lang="en-US" sz="1100"/>
          </a:p>
        </p:txBody>
      </p:sp>
      <p:sp>
        <p:nvSpPr>
          <p:cNvPr id="7" name="AutoShape 7"/>
          <p:cNvSpPr/>
          <p:nvPr/>
        </p:nvSpPr>
        <p:spPr>
          <a:xfrm>
            <a:off x="4699000" y="3962400"/>
            <a:ext cx="2794000" cy="660400"/>
          </a:xfrm>
          <a:prstGeom prst="roundRect">
            <a:avLst>
              <a:gd name="adj" fmla="val 15384"/>
            </a:avLst>
          </a:prstGeom>
          <a:solidFill>
            <a:srgbClr val="FFFFFF">
              <a:alpha val="100000"/>
            </a:srgbClr>
          </a:solidFill>
          <a:ln w="12700" cap="flat" cmpd="sng">
            <a:solidFill>
              <a:srgbClr val="C8C8C8">
                <a:alpha val="100000"/>
              </a:srgbClr>
            </a:solid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游戏设置</a:t>
            </a:r>
            <a:endParaRPr lang="en-US" sz="1100"/>
          </a:p>
        </p:txBody>
      </p:sp>
      <p:sp>
        <p:nvSpPr>
          <p:cNvPr id="8" name="AutoShape 8"/>
          <p:cNvSpPr/>
          <p:nvPr/>
        </p:nvSpPr>
        <p:spPr>
          <a:xfrm>
            <a:off x="4699000" y="4826000"/>
            <a:ext cx="2794000" cy="660400"/>
          </a:xfrm>
          <a:prstGeom prst="roundRect">
            <a:avLst>
              <a:gd name="adj" fmla="val 15384"/>
            </a:avLst>
          </a:prstGeom>
          <a:solidFill>
            <a:srgbClr val="FFFFFF">
              <a:alpha val="100000"/>
            </a:srgbClr>
          </a:solidFill>
          <a:ln w="12700" cap="flat" cmpd="sng">
            <a:solidFill>
              <a:srgbClr val="C8C8C8">
                <a:alpha val="100000"/>
              </a:srgbClr>
            </a:solid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团队介绍</a:t>
            </a:r>
            <a:endParaRPr lang="en-US" sz="1100"/>
          </a:p>
        </p:txBody>
      </p:sp>
      <p:grpSp>
        <p:nvGrpSpPr>
          <p:cNvPr id="10" name="组合 9"/>
          <p:cNvGrpSpPr/>
          <p:nvPr/>
        </p:nvGrpSpPr>
        <p:grpSpPr>
          <a:xfrm>
            <a:off x="8632190" y="500380"/>
            <a:ext cx="1989455" cy="650240"/>
            <a:chOff x="13594" y="788"/>
            <a:chExt cx="3133" cy="1024"/>
          </a:xfrm>
        </p:grpSpPr>
        <p:sp>
          <p:nvSpPr>
            <p:cNvPr id="43" name="AutoShape 43"/>
            <p:cNvSpPr/>
            <p:nvPr/>
          </p:nvSpPr>
          <p:spPr>
            <a:xfrm>
              <a:off x="13594" y="788"/>
              <a:ext cx="2228" cy="1025"/>
            </a:xfrm>
            <a:prstGeom prst="roundRect">
              <a:avLst>
                <a:gd name="adj" fmla="val 11428"/>
              </a:avLst>
            </a:prstGeom>
            <a:solidFill>
              <a:srgbClr val="FFFFFF">
                <a:alpha val="100000"/>
              </a:srgbClr>
            </a:solidFill>
            <a:ln w="12700" cap="flat" cmpd="sng">
              <a:solidFill>
                <a:srgbClr val="E2E8F0">
                  <a:alpha val="100000"/>
                </a:srgbClr>
              </a:solidFill>
              <a:prstDash val="solid"/>
              <a:round/>
            </a:ln>
          </p:spPr>
          <p:txBody>
            <a:bodyPr vert="horz" wrap="square" lIns="0" tIns="0" rIns="0" bIns="0" rtlCol="0" anchor="ctr" anchorCtr="0"/>
            <a:lstStyle/>
            <a:p>
              <a:pPr algn="ctr">
                <a:defRPr/>
              </a:pPr>
            </a:p>
          </p:txBody>
        </p:sp>
        <p:pic>
          <p:nvPicPr>
            <p:cNvPr id="44" name="Picture 44"/>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759" y="1044"/>
              <a:ext cx="528" cy="546"/>
            </a:xfrm>
            <a:prstGeom prst="rect">
              <a:avLst/>
            </a:prstGeom>
          </p:spPr>
        </p:pic>
        <p:sp>
          <p:nvSpPr>
            <p:cNvPr id="45" name="AutoShape 45"/>
            <p:cNvSpPr/>
            <p:nvPr/>
          </p:nvSpPr>
          <p:spPr>
            <a:xfrm>
              <a:off x="14419" y="1182"/>
              <a:ext cx="2309" cy="631"/>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300" b="1"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体力</a:t>
              </a:r>
              <a:r>
                <a:rPr lang="en-US" altLang="zh-CN" sz="1300" b="1"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x</a:t>
              </a:r>
              <a:r>
                <a:rPr lang="en-US" altLang="zh-CN" sz="1300" b="1"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50</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endParaRPr lang="en-US"/>
            </a:p>
          </p:txBody>
        </p:sp>
      </p:grpSp>
      <p:sp>
        <p:nvSpPr>
          <p:cNvPr id="12" name="AutoShape 7"/>
          <p:cNvSpPr/>
          <p:nvPr/>
        </p:nvSpPr>
        <p:spPr>
          <a:xfrm>
            <a:off x="4699000" y="3098800"/>
            <a:ext cx="2794000" cy="660400"/>
          </a:xfrm>
          <a:prstGeom prst="roundRect">
            <a:avLst>
              <a:gd name="adj" fmla="val 15384"/>
            </a:avLst>
          </a:prstGeom>
          <a:solidFill>
            <a:srgbClr val="FFFFFF">
              <a:alpha val="100000"/>
            </a:srgbClr>
          </a:solidFill>
          <a:ln w="12700" cap="flat" cmpd="sng">
            <a:solidFill>
              <a:srgbClr val="C8C8C8">
                <a:alpha val="100000"/>
              </a:srgbClr>
            </a:solid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游戏</a:t>
            </a:r>
            <a:r>
              <a:rPr lang="zh-CN" alt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充值</a:t>
            </a:r>
            <a:endParaRPr lang="zh-CN" alt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8"/>
          <p:cNvSpPr/>
          <p:nvPr/>
        </p:nvSpPr>
        <p:spPr>
          <a:xfrm>
            <a:off x="4699000" y="5689600"/>
            <a:ext cx="2794000" cy="660400"/>
          </a:xfrm>
          <a:prstGeom prst="roundRect">
            <a:avLst>
              <a:gd name="adj" fmla="val 15384"/>
            </a:avLst>
          </a:prstGeom>
          <a:solidFill>
            <a:srgbClr val="FFFFFF">
              <a:alpha val="100000"/>
            </a:srgbClr>
          </a:solidFill>
          <a:ln w="12700" cap="flat" cmpd="sng">
            <a:solidFill>
              <a:srgbClr val="C8C8C8">
                <a:alpha val="100000"/>
              </a:srgbClr>
            </a:solidFill>
            <a:prstDash val="solid"/>
            <a:round/>
          </a:ln>
        </p:spPr>
        <p:txBody>
          <a:bodyPr vert="horz" wrap="square" lIns="0" tIns="0" rIns="0" bIns="0" rtlCol="0" anchor="ctr" anchorCtr="0"/>
          <a:lstStyle/>
          <a:p>
            <a:pPr indent="0" algn="ctr">
              <a:lnSpc>
                <a:spcPct val="125000"/>
              </a:lnSpc>
              <a:defRPr/>
            </a:pPr>
            <a:r>
              <a:rPr lang="en-US" sz="1400">
                <a:solidFill>
                  <a:srgbClr val="555555"/>
                </a:solidFill>
                <a:latin typeface="Noto Sans SC" panose="020B0200000000000000" charset="-122"/>
                <a:ea typeface="Noto Sans SC" panose="020B0200000000000000" charset="-122"/>
                <a:cs typeface="Noto Sans SC" panose="020B0200000000000000" charset="-122"/>
              </a:rPr>
              <a:t>退出</a:t>
            </a:r>
            <a:endParaRPr lang="en-US" sz="1400">
              <a:solidFill>
                <a:srgbClr val="555555"/>
              </a:solidFill>
              <a:latin typeface="Noto Sans SC" panose="020B0200000000000000" charset="-122"/>
              <a:ea typeface="Noto Sans SC" panose="020B0200000000000000" charset="-122"/>
              <a:cs typeface="Noto Sans SC" panose="020B0200000000000000" charset="-122"/>
            </a:endParaRPr>
          </a:p>
        </p:txBody>
      </p:sp>
      <p:sp>
        <p:nvSpPr>
          <p:cNvPr id="11"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3"/>
          <p:cNvSpPr/>
          <p:nvPr/>
        </p:nvSpPr>
        <p:spPr>
          <a:xfrm>
            <a:off x="3869055" y="1397000"/>
            <a:ext cx="4429760" cy="4413885"/>
          </a:xfrm>
          <a:prstGeom prst="roundRect">
            <a:avLst>
              <a:gd name="adj" fmla="val 4285"/>
            </a:avLst>
          </a:prstGeom>
          <a:solidFill>
            <a:srgbClr val="FFFFFF">
              <a:alpha val="100000"/>
            </a:srgbClr>
          </a:solidFill>
          <a:ln w="25400" cap="flat" cmpd="sng">
            <a:solidFill>
              <a:srgbClr val="E0E0E0">
                <a:alpha val="100000"/>
              </a:srgbClr>
            </a:solidFill>
            <a:prstDash val="solid"/>
            <a:round/>
          </a:ln>
          <a:effectLst>
            <a:outerShdw blurRad="254000" dist="63500" dir="5400000" algn="tl" rotWithShape="0">
              <a:srgbClr val="000000">
                <a:alpha val="8000"/>
              </a:srgbClr>
            </a:outerShdw>
          </a:effectLst>
        </p:spPr>
        <p:txBody>
          <a:bodyPr vert="horz" wrap="square" lIns="63500" tIns="63500" rIns="63500" bIns="63500" rtlCol="0" anchor="ctr"/>
          <a:lstStyle/>
          <a:p>
            <a:pPr algn="ctr">
              <a:defRPr/>
            </a:pPr>
            <a:endParaRPr lang="zh-CN" altLang="en-US"/>
          </a:p>
        </p:txBody>
      </p:sp>
      <p:sp>
        <p:nvSpPr>
          <p:cNvPr id="15" name="文本框 14"/>
          <p:cNvSpPr txBox="1"/>
          <p:nvPr/>
        </p:nvSpPr>
        <p:spPr>
          <a:xfrm>
            <a:off x="5033010" y="1741805"/>
            <a:ext cx="2181225" cy="629920"/>
          </a:xfrm>
          <a:prstGeom prst="rect">
            <a:avLst/>
          </a:prstGeom>
          <a:noFill/>
        </p:spPr>
        <p:txBody>
          <a:bodyPr wrap="square" rtlCol="0">
            <a:spAutoFit/>
          </a:bodyPr>
          <a:p>
            <a:pPr algn="ctr">
              <a:lnSpc>
                <a:spcPct val="125000"/>
              </a:lnSpc>
              <a:buSzTx/>
              <a:defRPr/>
            </a:pPr>
            <a:r>
              <a:rPr lang="en-US" sz="2800" b="1">
                <a:solidFill>
                  <a:srgbClr val="333333"/>
                </a:solidFill>
                <a:latin typeface="Noto Sans SC" panose="020B0200000000000000" charset="-122"/>
                <a:ea typeface="Noto Sans SC" panose="020B0200000000000000" charset="-122"/>
                <a:cs typeface="Noto Sans SC" panose="020B0200000000000000" charset="-122"/>
              </a:rPr>
              <a:t>体力不足</a:t>
            </a:r>
            <a:endParaRPr lang="en-US" sz="2800" b="1">
              <a:solidFill>
                <a:srgbClr val="333333"/>
              </a:solidFill>
              <a:latin typeface="Noto Sans SC" panose="020B0200000000000000" charset="-122"/>
              <a:ea typeface="Noto Sans SC" panose="020B0200000000000000" charset="-122"/>
              <a:cs typeface="Noto Sans SC" panose="020B0200000000000000" charset="-122"/>
            </a:endParaRPr>
          </a:p>
        </p:txBody>
      </p:sp>
      <p:sp>
        <p:nvSpPr>
          <p:cNvPr id="16" name="文本框 15"/>
          <p:cNvSpPr txBox="1"/>
          <p:nvPr/>
        </p:nvSpPr>
        <p:spPr>
          <a:xfrm>
            <a:off x="4828540" y="2496820"/>
            <a:ext cx="2664460" cy="398780"/>
          </a:xfrm>
          <a:prstGeom prst="rect">
            <a:avLst/>
          </a:prstGeom>
          <a:noFill/>
        </p:spPr>
        <p:txBody>
          <a:bodyPr wrap="square" rtlCol="0">
            <a:spAutoFit/>
          </a:bodyPr>
          <a:p>
            <a:pPr algn="ctr">
              <a:lnSpc>
                <a:spcPct val="125000"/>
              </a:lnSpc>
              <a:buSzTx/>
              <a:defRPr/>
            </a:pPr>
            <a:r>
              <a:rPr lang="en-US" sz="1600" b="1">
                <a:solidFill>
                  <a:srgbClr val="333333"/>
                </a:solidFill>
                <a:latin typeface="Noto Sans SC" panose="020B0200000000000000" charset="-122"/>
                <a:ea typeface="Noto Sans SC" panose="020B0200000000000000" charset="-122"/>
                <a:cs typeface="Noto Sans SC" panose="020B0200000000000000" charset="-122"/>
              </a:rPr>
              <a:t>休息一下吧！</a:t>
            </a:r>
            <a:endParaRPr lang="en-US" sz="1600" b="1">
              <a:solidFill>
                <a:srgbClr val="333333"/>
              </a:solidFill>
              <a:latin typeface="Noto Sans SC" panose="020B0200000000000000" charset="-122"/>
              <a:ea typeface="Noto Sans SC" panose="020B0200000000000000" charset="-122"/>
              <a:cs typeface="Noto Sans SC" panose="020B0200000000000000" charset="-122"/>
            </a:endParaRPr>
          </a:p>
        </p:txBody>
      </p:sp>
      <p:grpSp>
        <p:nvGrpSpPr>
          <p:cNvPr id="18" name="组合 17"/>
          <p:cNvGrpSpPr/>
          <p:nvPr/>
        </p:nvGrpSpPr>
        <p:grpSpPr>
          <a:xfrm>
            <a:off x="4699000" y="4956175"/>
            <a:ext cx="2870200" cy="620395"/>
            <a:chOff x="7000" y="8600"/>
            <a:chExt cx="5200" cy="880"/>
          </a:xfrm>
        </p:grpSpPr>
        <p:sp>
          <p:nvSpPr>
            <p:cNvPr id="21" name="AutoShape 21"/>
            <p:cNvSpPr/>
            <p:nvPr/>
          </p:nvSpPr>
          <p:spPr>
            <a:xfrm>
              <a:off x="7000" y="8600"/>
              <a:ext cx="5200" cy="880"/>
            </a:xfrm>
            <a:prstGeom prst="roundRect">
              <a:avLst>
                <a:gd name="adj" fmla="val 50000"/>
              </a:avLst>
            </a:prstGeom>
            <a:solidFill>
              <a:srgbClr val="AECB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7000" y="8760"/>
              <a:ext cx="5200" cy="56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返回</a:t>
              </a:r>
              <a:endParaRPr lang="en-US" sz="1100"/>
            </a:p>
          </p:txBody>
        </p:sp>
      </p:grpSp>
      <p:sp>
        <p:nvSpPr>
          <p:cNvPr id="19" name="文本框 18"/>
          <p:cNvSpPr txBox="1"/>
          <p:nvPr/>
        </p:nvSpPr>
        <p:spPr>
          <a:xfrm>
            <a:off x="5033010" y="3557905"/>
            <a:ext cx="2201545" cy="337185"/>
          </a:xfrm>
          <a:prstGeom prst="rect">
            <a:avLst/>
          </a:prstGeom>
          <a:noFill/>
        </p:spPr>
        <p:txBody>
          <a:bodyPr wrap="square" rtlCol="0">
            <a:spAutoFit/>
          </a:bodyPr>
          <a:p>
            <a:pPr algn="ctr"/>
            <a:r>
              <a:rPr lang="en-US" sz="1600" b="1">
                <a:solidFill>
                  <a:srgbClr val="333333"/>
                </a:solidFill>
                <a:latin typeface="Noto Sans SC" panose="020B0200000000000000" charset="-122"/>
                <a:ea typeface="Noto Sans SC" panose="020B0200000000000000" charset="-122"/>
                <a:cs typeface="Noto Sans SC" panose="020B0200000000000000" charset="-122"/>
              </a:rPr>
              <a:t>    充值得体力！</a:t>
            </a:r>
            <a:endParaRPr lang="en-US" sz="1600" b="1">
              <a:solidFill>
                <a:srgbClr val="333333"/>
              </a:solidFill>
              <a:latin typeface="Noto Sans SC" panose="020B0200000000000000" charset="-122"/>
              <a:ea typeface="Noto Sans SC" panose="020B0200000000000000" charset="-122"/>
              <a:cs typeface="Noto Sans SC" panose="020B0200000000000000" charset="-122"/>
            </a:endParaRPr>
          </a:p>
        </p:txBody>
      </p:sp>
      <p:sp>
        <p:nvSpPr>
          <p:cNvPr id="20" name="AutoShape 7"/>
          <p:cNvSpPr/>
          <p:nvPr/>
        </p:nvSpPr>
        <p:spPr>
          <a:xfrm>
            <a:off x="5005705" y="4154805"/>
            <a:ext cx="2208530" cy="535940"/>
          </a:xfrm>
          <a:prstGeom prst="roundRect">
            <a:avLst>
              <a:gd name="adj" fmla="val 20000"/>
            </a:avLst>
          </a:prstGeom>
          <a:solidFill>
            <a:srgbClr val="FFFFFF">
              <a:alpha val="100000"/>
            </a:srgbClr>
          </a:solidFill>
          <a:ln w="25400" cap="flat" cmpd="sng">
            <a:solidFill>
              <a:srgbClr val="CCCCCC">
                <a:alpha val="100000"/>
              </a:srgbClr>
            </a:solid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充值</a:t>
            </a:r>
            <a:endParaRPr lang="en-US" sz="1100"/>
          </a:p>
        </p:txBody>
      </p:sp>
      <p:pic>
        <p:nvPicPr>
          <p:cNvPr id="23" name="图片 22"/>
          <p:cNvPicPr/>
          <p:nvPr/>
        </p:nvPicPr>
        <p:blipFill>
          <a:blip r:embed="rId4"/>
          <a:stretch>
            <a:fillRect/>
          </a:stretch>
        </p:blipFill>
        <p:spPr>
          <a:xfrm>
            <a:off x="5760085" y="2843530"/>
            <a:ext cx="647065" cy="647065"/>
          </a:xfrm>
          <a:prstGeom prst="rect">
            <a:avLst/>
          </a:prstGeom>
        </p:spPr>
      </p:pic>
      <p:grpSp>
        <p:nvGrpSpPr>
          <p:cNvPr id="24" name="组合 23"/>
          <p:cNvGrpSpPr/>
          <p:nvPr/>
        </p:nvGrpSpPr>
        <p:grpSpPr>
          <a:xfrm>
            <a:off x="4699000" y="4104005"/>
            <a:ext cx="2870200" cy="620395"/>
            <a:chOff x="7000" y="8600"/>
            <a:chExt cx="5200" cy="880"/>
          </a:xfrm>
        </p:grpSpPr>
        <p:sp>
          <p:nvSpPr>
            <p:cNvPr id="25" name="AutoShape 21"/>
            <p:cNvSpPr/>
            <p:nvPr/>
          </p:nvSpPr>
          <p:spPr>
            <a:xfrm>
              <a:off x="7000" y="8600"/>
              <a:ext cx="5200" cy="880"/>
            </a:xfrm>
            <a:prstGeom prst="roundRect">
              <a:avLst>
                <a:gd name="adj" fmla="val 50000"/>
              </a:avLst>
            </a:prstGeom>
            <a:solidFill>
              <a:srgbClr val="AECB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2"/>
            <p:cNvSpPr/>
            <p:nvPr/>
          </p:nvSpPr>
          <p:spPr>
            <a:xfrm>
              <a:off x="7000" y="8760"/>
              <a:ext cx="5200" cy="56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500" b="1">
                  <a:solidFill>
                    <a:srgbClr val="FFFFFF"/>
                  </a:solidFill>
                  <a:latin typeface="Noto Sans SC" panose="020B0200000000000000" charset="-122"/>
                  <a:ea typeface="Noto Sans SC" panose="020B0200000000000000" charset="-122"/>
                  <a:cs typeface="Noto Sans SC" panose="020B0200000000000000" charset="-122"/>
                </a:rPr>
                <a:t>充值</a:t>
              </a:r>
              <a:endParaRPr lang="zh-CN" altLang="en-US" sz="110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6"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2" name="AutoShape 2"/>
          <p:cNvSpPr/>
          <p:nvPr/>
        </p:nvSpPr>
        <p:spPr>
          <a:xfrm>
            <a:off x="762000" y="5080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chemeClr val="bg1">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游戏主界面</a:t>
            </a:r>
            <a:endParaRPr lang="en-US" sz="3200" b="1" i="0" u="none" strike="noStrike">
              <a:solidFill>
                <a:schemeClr val="bg1">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3"/>
          <p:cNvSpPr/>
          <p:nvPr/>
        </p:nvSpPr>
        <p:spPr>
          <a:xfrm>
            <a:off x="2277110" y="1289050"/>
            <a:ext cx="4318000" cy="4445000"/>
          </a:xfrm>
          <a:prstGeom prst="roundRect">
            <a:avLst>
              <a:gd name="adj" fmla="val 3529"/>
            </a:avLst>
          </a:prstGeom>
          <a:solidFill>
            <a:srgbClr val="EFF6FF">
              <a:alpha val="100000"/>
            </a:srgbClr>
          </a:solidFill>
          <a:ln w="25400" cap="flat" cmpd="sng">
            <a:solidFill>
              <a:srgbClr val="BFDBFE">
                <a:alpha val="100000"/>
              </a:srgbClr>
            </a:solidFill>
            <a:prstDash val="solid"/>
            <a:round/>
          </a:ln>
        </p:spPr>
        <p:txBody>
          <a:bodyPr vert="horz" wrap="square" lIns="0" tIns="0" rIns="0" bIns="0" rtlCol="0" anchor="ctr" anchorCtr="0"/>
          <a:lstStyle/>
          <a:p>
            <a:pPr algn="ctr">
              <a:defRPr/>
            </a:pPr>
          </a:p>
        </p:txBody>
      </p:sp>
      <p:sp>
        <p:nvSpPr>
          <p:cNvPr id="51" name="矩形 50"/>
          <p:cNvSpPr/>
          <p:nvPr/>
        </p:nvSpPr>
        <p:spPr>
          <a:xfrm>
            <a:off x="2287270" y="5504180"/>
            <a:ext cx="1733550" cy="229870"/>
          </a:xfrm>
          <a:prstGeom prst="rect">
            <a:avLst/>
          </a:prstGeom>
          <a:solidFill>
            <a:schemeClr val="accent2">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AutoShape 25"/>
          <p:cNvSpPr/>
          <p:nvPr/>
        </p:nvSpPr>
        <p:spPr>
          <a:xfrm>
            <a:off x="0" y="6096000"/>
            <a:ext cx="12192000" cy="635000"/>
          </a:xfrm>
          <a:prstGeom prst="roundRect">
            <a:avLst>
              <a:gd name="adj" fmla="val 0"/>
            </a:avLst>
          </a:prstGeom>
          <a:solidFill>
            <a:srgbClr val="F8FAF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0" y="6223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A/D键: 左右移动 | S键: 加速下落 | Q/E键: 旋转方块 | 空格键: 暂停游戏</a:t>
            </a:r>
            <a:endParaRPr lang="en-US" sz="1100"/>
          </a:p>
        </p:txBody>
      </p:sp>
      <p:grpSp>
        <p:nvGrpSpPr>
          <p:cNvPr id="9" name="组合 8"/>
          <p:cNvGrpSpPr/>
          <p:nvPr/>
        </p:nvGrpSpPr>
        <p:grpSpPr>
          <a:xfrm>
            <a:off x="6892290" y="1215390"/>
            <a:ext cx="2990215" cy="3622040"/>
            <a:chOff x="10960" y="2023"/>
            <a:chExt cx="6166" cy="7000"/>
          </a:xfrm>
        </p:grpSpPr>
        <p:sp>
          <p:nvSpPr>
            <p:cNvPr id="24" name="AutoShape 24"/>
            <p:cNvSpPr/>
            <p:nvPr/>
          </p:nvSpPr>
          <p:spPr>
            <a:xfrm>
              <a:off x="10960" y="2023"/>
              <a:ext cx="6166" cy="7000"/>
            </a:xfrm>
            <a:prstGeom prst="roundRect">
              <a:avLst>
                <a:gd name="adj" fmla="val 3428"/>
              </a:avLst>
            </a:prstGeom>
            <a:solidFill>
              <a:srgbClr val="EFF6FF">
                <a:alpha val="100000"/>
              </a:srgbClr>
            </a:solidFill>
            <a:ln w="25400" cap="flat" cmpd="sng">
              <a:solidFill>
                <a:srgbClr val="BFDBFE">
                  <a:alpha val="100000"/>
                </a:srgbClr>
              </a:solidFill>
              <a:prstDash val="solid"/>
              <a:round/>
            </a:ln>
          </p:spPr>
          <p:txBody>
            <a:bodyPr vert="horz" wrap="square" lIns="0" tIns="0" rIns="0" bIns="0" rtlCol="0" anchor="ctr" anchorCtr="0"/>
            <a:lstStyle/>
            <a:p>
              <a:pPr algn="ctr">
                <a:defRPr/>
              </a:pPr>
            </a:p>
          </p:txBody>
        </p:sp>
        <p:sp>
          <p:nvSpPr>
            <p:cNvPr id="27" name="AutoShape 27"/>
            <p:cNvSpPr/>
            <p:nvPr/>
          </p:nvSpPr>
          <p:spPr>
            <a:xfrm>
              <a:off x="11217" y="2423"/>
              <a:ext cx="2569" cy="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下一个</a:t>
              </a:r>
              <a:endParaRPr lang="en-US" sz="1100"/>
            </a:p>
          </p:txBody>
        </p:sp>
        <p:sp>
          <p:nvSpPr>
            <p:cNvPr id="28" name="AutoShape 28"/>
            <p:cNvSpPr/>
            <p:nvPr/>
          </p:nvSpPr>
          <p:spPr>
            <a:xfrm>
              <a:off x="11217" y="3223"/>
              <a:ext cx="2569" cy="2200"/>
            </a:xfrm>
            <a:prstGeom prst="roundRect">
              <a:avLst>
                <a:gd name="adj" fmla="val 7272"/>
              </a:avLst>
            </a:prstGeom>
            <a:solidFill>
              <a:srgbClr val="FFFFFF">
                <a:alpha val="100000"/>
              </a:srgbClr>
            </a:solidFill>
            <a:ln w="12700" cap="flat" cmpd="sng">
              <a:solidFill>
                <a:srgbClr val="CBD5E1">
                  <a:alpha val="100000"/>
                </a:srgbClr>
              </a:solidFill>
              <a:prstDash val="solid"/>
              <a:round/>
            </a:ln>
          </p:spPr>
          <p:txBody>
            <a:bodyPr vert="horz" wrap="square" lIns="0" tIns="0" rIns="0" bIns="0" rtlCol="0" anchor="ctr" anchorCtr="0"/>
            <a:lstStyle/>
            <a:p>
              <a:pPr algn="ctr">
                <a:defRPr/>
              </a:pPr>
            </a:p>
          </p:txBody>
        </p:sp>
        <p:sp>
          <p:nvSpPr>
            <p:cNvPr id="29" name="AutoShape 29"/>
            <p:cNvSpPr/>
            <p:nvPr/>
          </p:nvSpPr>
          <p:spPr>
            <a:xfrm>
              <a:off x="11859" y="3623"/>
              <a:ext cx="514" cy="540"/>
            </a:xfrm>
            <a:prstGeom prst="roundRect">
              <a:avLst>
                <a:gd name="adj" fmla="val 0"/>
              </a:avLst>
            </a:prstGeom>
            <a:solidFill>
              <a:srgbClr val="F97316">
                <a:alpha val="100000"/>
              </a:srgbClr>
            </a:solidFill>
            <a:ln w="25400" cap="flat" cmpd="sng">
              <a:noFill/>
              <a:prstDash val="solid"/>
              <a:round/>
            </a:ln>
          </p:spPr>
          <p:txBody>
            <a:bodyPr vert="horz" wrap="square" lIns="0" tIns="0" rIns="0" bIns="0" rtlCol="0" anchor="ctr" anchorCtr="0"/>
            <a:lstStyle/>
            <a:p>
              <a:pPr algn="ctr">
                <a:defRPr/>
              </a:pPr>
            </a:p>
          </p:txBody>
        </p:sp>
        <p:sp>
          <p:nvSpPr>
            <p:cNvPr id="30" name="AutoShape 30"/>
            <p:cNvSpPr/>
            <p:nvPr/>
          </p:nvSpPr>
          <p:spPr>
            <a:xfrm>
              <a:off x="12437" y="3623"/>
              <a:ext cx="561" cy="540"/>
            </a:xfrm>
            <a:prstGeom prst="roundRect">
              <a:avLst>
                <a:gd name="adj" fmla="val 0"/>
              </a:avLst>
            </a:prstGeom>
            <a:solidFill>
              <a:srgbClr val="F97316">
                <a:alpha val="100000"/>
              </a:srgbClr>
            </a:solidFill>
            <a:ln w="25400" cap="flat" cmpd="sng">
              <a:noFill/>
              <a:prstDash val="solid"/>
              <a:round/>
            </a:ln>
          </p:spPr>
          <p:txBody>
            <a:bodyPr vert="horz" wrap="square" lIns="0" tIns="0" rIns="0" bIns="0" rtlCol="0" anchor="ctr" anchorCtr="0"/>
            <a:lstStyle/>
            <a:p>
              <a:pPr algn="ctr">
                <a:defRPr/>
              </a:pPr>
            </a:p>
          </p:txBody>
        </p:sp>
        <p:sp>
          <p:nvSpPr>
            <p:cNvPr id="31" name="AutoShape 31"/>
            <p:cNvSpPr/>
            <p:nvPr/>
          </p:nvSpPr>
          <p:spPr>
            <a:xfrm>
              <a:off x="11859" y="4290"/>
              <a:ext cx="514" cy="556"/>
            </a:xfrm>
            <a:prstGeom prst="roundRect">
              <a:avLst>
                <a:gd name="adj" fmla="val 0"/>
              </a:avLst>
            </a:prstGeom>
            <a:solidFill>
              <a:srgbClr val="F97316">
                <a:alpha val="100000"/>
              </a:srgbClr>
            </a:solidFill>
            <a:ln w="25400" cap="flat" cmpd="sng">
              <a:noFill/>
              <a:prstDash val="solid"/>
              <a:round/>
            </a:ln>
          </p:spPr>
          <p:txBody>
            <a:bodyPr vert="horz" wrap="square" lIns="0" tIns="0" rIns="0" bIns="0" rtlCol="0" anchor="ctr" anchorCtr="0"/>
            <a:lstStyle/>
            <a:p>
              <a:pPr algn="ctr">
                <a:defRPr/>
              </a:pPr>
            </a:p>
          </p:txBody>
        </p:sp>
        <p:sp>
          <p:nvSpPr>
            <p:cNvPr id="32" name="AutoShape 32"/>
            <p:cNvSpPr/>
            <p:nvPr/>
          </p:nvSpPr>
          <p:spPr>
            <a:xfrm>
              <a:off x="11217" y="5823"/>
              <a:ext cx="2569" cy="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 当前得分</a:t>
              </a:r>
              <a:endParaRPr lang="en-US" sz="1100"/>
            </a:p>
          </p:txBody>
        </p:sp>
        <p:sp>
          <p:nvSpPr>
            <p:cNvPr id="33" name="AutoShape 33"/>
            <p:cNvSpPr/>
            <p:nvPr/>
          </p:nvSpPr>
          <p:spPr>
            <a:xfrm>
              <a:off x="11217" y="6623"/>
              <a:ext cx="2569" cy="1800"/>
            </a:xfrm>
            <a:prstGeom prst="roundRect">
              <a:avLst>
                <a:gd name="adj" fmla="val 8888"/>
              </a:avLst>
            </a:prstGeom>
            <a:solidFill>
              <a:srgbClr val="FFFFFF">
                <a:alpha val="100000"/>
              </a:srgbClr>
            </a:solidFill>
            <a:ln w="12700" cap="flat" cmpd="sng">
              <a:solidFill>
                <a:srgbClr val="CBD5E1">
                  <a:alpha val="100000"/>
                </a:srgbClr>
              </a:solidFill>
              <a:prstDash val="solid"/>
              <a:round/>
            </a:ln>
          </p:spPr>
          <p:txBody>
            <a:bodyPr vert="horz" wrap="square" lIns="0" tIns="0" rIns="0" bIns="0" rtlCol="0" anchor="ctr" anchorCtr="0"/>
            <a:lstStyle/>
            <a:p>
              <a:pPr algn="ctr">
                <a:defRPr/>
              </a:pPr>
            </a:p>
          </p:txBody>
        </p:sp>
        <p:sp>
          <p:nvSpPr>
            <p:cNvPr id="34" name="AutoShape 34"/>
            <p:cNvSpPr/>
            <p:nvPr/>
          </p:nvSpPr>
          <p:spPr>
            <a:xfrm>
              <a:off x="11217" y="6923"/>
              <a:ext cx="2569" cy="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8,420</a:t>
              </a:r>
              <a:endParaRPr lang="en-US" sz="1100"/>
            </a:p>
          </p:txBody>
        </p:sp>
        <p:sp>
          <p:nvSpPr>
            <p:cNvPr id="35" name="AutoShape 35"/>
            <p:cNvSpPr/>
            <p:nvPr/>
          </p:nvSpPr>
          <p:spPr>
            <a:xfrm>
              <a:off x="11217" y="7823"/>
              <a:ext cx="2569" cy="4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94A3B8"/>
                  </a:solidFill>
                  <a:latin typeface="Noto Sans SC" panose="020B0200000000000000" charset="-122"/>
                  <a:ea typeface="Noto Sans SC" panose="020B0200000000000000" charset="-122"/>
                  <a:cs typeface="Noto Sans SC" panose="020B0200000000000000" charset="-122"/>
                  <a:sym typeface="Noto Sans SC" panose="020B0200000000000000" charset="-122"/>
                </a:rPr>
                <a:t>历史最高: 12,500</a:t>
              </a:r>
              <a:endParaRPr lang="en-US" sz="1100"/>
            </a:p>
          </p:txBody>
        </p:sp>
        <p:sp>
          <p:nvSpPr>
            <p:cNvPr id="36" name="AutoShape 36"/>
            <p:cNvSpPr/>
            <p:nvPr/>
          </p:nvSpPr>
          <p:spPr>
            <a:xfrm>
              <a:off x="13985" y="2423"/>
              <a:ext cx="2627" cy="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状态</a:t>
              </a:r>
              <a:endParaRPr lang="en-US" sz="1100"/>
            </a:p>
          </p:txBody>
        </p:sp>
        <p:sp>
          <p:nvSpPr>
            <p:cNvPr id="37" name="AutoShape 37"/>
            <p:cNvSpPr/>
            <p:nvPr/>
          </p:nvSpPr>
          <p:spPr>
            <a:xfrm>
              <a:off x="14043" y="3223"/>
              <a:ext cx="2569" cy="1400"/>
            </a:xfrm>
            <a:prstGeom prst="roundRect">
              <a:avLst>
                <a:gd name="adj" fmla="val 11428"/>
              </a:avLst>
            </a:prstGeom>
            <a:solidFill>
              <a:srgbClr val="FFFFFF">
                <a:alpha val="100000"/>
              </a:srgbClr>
            </a:solidFill>
            <a:ln w="12700" cap="flat" cmpd="sng">
              <a:solidFill>
                <a:srgbClr val="E2E8F0">
                  <a:alpha val="100000"/>
                </a:srgbClr>
              </a:solidFill>
              <a:prstDash val="solid"/>
              <a:round/>
            </a:ln>
          </p:spPr>
          <p:txBody>
            <a:bodyPr vert="horz" wrap="square" lIns="0" tIns="0" rIns="0" bIns="0" rtlCol="0" anchor="ctr" anchorCtr="0"/>
            <a:lstStyle/>
            <a:p>
              <a:pPr algn="ctr">
                <a:defRPr/>
              </a:pPr>
            </a:p>
          </p:txBody>
        </p:sp>
        <p:pic>
          <p:nvPicPr>
            <p:cNvPr id="38" name="Picture 3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171" y="3523"/>
              <a:ext cx="411" cy="640"/>
            </a:xfrm>
            <a:prstGeom prst="rect">
              <a:avLst/>
            </a:prstGeom>
          </p:spPr>
        </p:pic>
        <p:sp>
          <p:nvSpPr>
            <p:cNvPr id="39" name="AutoShape 39"/>
            <p:cNvSpPr/>
            <p:nvPr/>
          </p:nvSpPr>
          <p:spPr>
            <a:xfrm>
              <a:off x="14685" y="3423"/>
              <a:ext cx="1798" cy="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游戏进行中</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000" b="0" i="0" u="none" strike="noStrike">
                  <a:solidFill>
                    <a:srgbClr val="94A3B8"/>
                  </a:solidFill>
                  <a:latin typeface="Noto Sans SC" panose="020B0200000000000000" charset="-122"/>
                  <a:ea typeface="Noto Sans SC" panose="020B0200000000000000" charset="-122"/>
                  <a:cs typeface="Noto Sans SC" panose="020B0200000000000000" charset="-122"/>
                  <a:sym typeface="Noto Sans SC" panose="020B0200000000000000" charset="-122"/>
                </a:rPr>
                <a:t>LEVEL 03</a:t>
              </a:r>
              <a:endParaRPr lang="en-US" sz="1100"/>
            </a:p>
          </p:txBody>
        </p:sp>
        <p:grpSp>
          <p:nvGrpSpPr>
            <p:cNvPr id="56" name="组合 55"/>
            <p:cNvGrpSpPr/>
            <p:nvPr/>
          </p:nvGrpSpPr>
          <p:grpSpPr>
            <a:xfrm rot="0">
              <a:off x="13985" y="5023"/>
              <a:ext cx="2569" cy="1400"/>
              <a:chOff x="13200" y="7000"/>
              <a:chExt cx="4000" cy="1400"/>
            </a:xfrm>
          </p:grpSpPr>
          <p:sp>
            <p:nvSpPr>
              <p:cNvPr id="43" name="AutoShape 43"/>
              <p:cNvSpPr/>
              <p:nvPr/>
            </p:nvSpPr>
            <p:spPr>
              <a:xfrm>
                <a:off x="13200" y="7000"/>
                <a:ext cx="4000" cy="1400"/>
              </a:xfrm>
              <a:prstGeom prst="roundRect">
                <a:avLst>
                  <a:gd name="adj" fmla="val 11428"/>
                </a:avLst>
              </a:prstGeom>
              <a:solidFill>
                <a:srgbClr val="FFFFFF">
                  <a:alpha val="100000"/>
                </a:srgbClr>
              </a:solidFill>
              <a:ln w="12700" cap="flat" cmpd="sng">
                <a:solidFill>
                  <a:srgbClr val="E2E8F0">
                    <a:alpha val="100000"/>
                  </a:srgbClr>
                </a:solidFill>
                <a:prstDash val="solid"/>
                <a:round/>
              </a:ln>
            </p:spPr>
            <p:txBody>
              <a:bodyPr vert="horz" wrap="square" lIns="0" tIns="0" rIns="0" bIns="0" rtlCol="0" anchor="ctr" anchorCtr="0"/>
              <a:lstStyle/>
              <a:p>
                <a:pPr algn="ctr">
                  <a:defRPr/>
                </a:pPr>
              </a:p>
            </p:txBody>
          </p:sp>
          <p:pic>
            <p:nvPicPr>
              <p:cNvPr id="44" name="Picture 4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400" y="7300"/>
                <a:ext cx="640" cy="640"/>
              </a:xfrm>
              <a:prstGeom prst="rect">
                <a:avLst/>
              </a:prstGeom>
            </p:spPr>
          </p:pic>
          <p:sp>
            <p:nvSpPr>
              <p:cNvPr id="45" name="AutoShape 45"/>
              <p:cNvSpPr/>
              <p:nvPr/>
            </p:nvSpPr>
            <p:spPr>
              <a:xfrm>
                <a:off x="14200" y="7200"/>
                <a:ext cx="2800" cy="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300" b="1"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一键清屏</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x3 </a:t>
                </a:r>
                <a:endParaRPr lang="en-US" sz="1100"/>
              </a:p>
            </p:txBody>
          </p:sp>
        </p:grpSp>
      </p:grpSp>
      <p:sp>
        <p:nvSpPr>
          <p:cNvPr id="50" name="矩形 49"/>
          <p:cNvSpPr/>
          <p:nvPr/>
        </p:nvSpPr>
        <p:spPr>
          <a:xfrm>
            <a:off x="3992245" y="1538605"/>
            <a:ext cx="881380" cy="45974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4" name="矩形 53"/>
          <p:cNvSpPr/>
          <p:nvPr/>
        </p:nvSpPr>
        <p:spPr>
          <a:xfrm>
            <a:off x="5285740" y="5523230"/>
            <a:ext cx="1330960" cy="229870"/>
          </a:xfrm>
          <a:prstGeom prst="rect">
            <a:avLst/>
          </a:prstGeom>
          <a:solidFill>
            <a:schemeClr val="accent6">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aphicFrame>
        <p:nvGraphicFramePr>
          <p:cNvPr id="49" name="表格 48"/>
          <p:cNvGraphicFramePr/>
          <p:nvPr>
            <p:custDataLst>
              <p:tags r:id="rId6"/>
            </p:custDataLst>
          </p:nvPr>
        </p:nvGraphicFramePr>
        <p:xfrm>
          <a:off x="2277110" y="1289050"/>
          <a:ext cx="4318000" cy="4460240"/>
        </p:xfrm>
        <a:graphic>
          <a:graphicData uri="http://schemas.openxmlformats.org/drawingml/2006/table">
            <a:tbl>
              <a:tblPr firstRow="1" bandRow="1">
                <a:tableStyleId>{5C22544A-7EE6-4342-B048-85BDC9FD1C3A}</a:tableStyleId>
              </a:tblPr>
              <a:tblGrid>
                <a:gridCol w="431800"/>
                <a:gridCol w="431800"/>
                <a:gridCol w="431800"/>
                <a:gridCol w="431800"/>
                <a:gridCol w="431800"/>
                <a:gridCol w="431800"/>
                <a:gridCol w="431800"/>
                <a:gridCol w="431800"/>
                <a:gridCol w="431800"/>
                <a:gridCol w="431800"/>
              </a:tblGrid>
              <a:tr h="259715">
                <a:tc>
                  <a:txBody>
                    <a:bodyPr/>
                    <a:p>
                      <a:pPr algn="ctr">
                        <a:lnSpc>
                          <a:spcPct val="120000"/>
                        </a:lnSpc>
                        <a:buNone/>
                      </a:pPr>
                      <a:endParaRPr lang="zh-CN" altLang="en-US" sz="1300" spc="12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300" spc="12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300" spc="12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300" spc="12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300" spc="12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300" spc="12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300" spc="12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300" spc="12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300" spc="12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300" spc="12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20345">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21615">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20345">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21615">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20345">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21615">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21615">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20980">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21615">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20345">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21615">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20345">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22250">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19710">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22250">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19710">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22250">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19710">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22250">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lnSpc>
                          <a:spcPct val="120000"/>
                        </a:lnSpc>
                        <a:buNone/>
                      </a:pPr>
                      <a:endParaRPr lang="zh-CN" altLang="en-US" sz="1100" spc="60">
                        <a:latin typeface="微软雅黑" panose="020B0503020204020204" charset="-122"/>
                        <a:ea typeface="微软雅黑" panose="020B0503020204020204" charset="-122"/>
                      </a:endParaR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sp>
        <p:nvSpPr>
          <p:cNvPr id="55" name="矩形 54"/>
          <p:cNvSpPr/>
          <p:nvPr/>
        </p:nvSpPr>
        <p:spPr>
          <a:xfrm>
            <a:off x="6166485" y="5293360"/>
            <a:ext cx="440690" cy="239395"/>
          </a:xfrm>
          <a:prstGeom prst="rect">
            <a:avLst/>
          </a:prstGeom>
          <a:solidFill>
            <a:schemeClr val="accent6">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2" name="AutoShape 2"/>
          <p:cNvSpPr/>
          <p:nvPr/>
        </p:nvSpPr>
        <p:spPr>
          <a:xfrm>
            <a:off x="762000" y="5080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chemeClr val="bg1">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暂停界面</a:t>
            </a:r>
            <a:endParaRPr lang="en-US" sz="3200" b="1" i="0" u="none" strike="noStrike">
              <a:solidFill>
                <a:schemeClr val="bg1">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nvSpPr>
        <p:spPr>
          <a:xfrm>
            <a:off x="4445000" y="1216660"/>
            <a:ext cx="3302635" cy="4505325"/>
          </a:xfrm>
          <a:prstGeom prst="roundRect">
            <a:avLst>
              <a:gd name="adj" fmla="val 6153"/>
            </a:avLst>
          </a:prstGeom>
          <a:solidFill>
            <a:srgbClr val="FFFFFF">
              <a:alpha val="100000"/>
            </a:srgbClr>
          </a:solidFill>
          <a:ln w="25400" cap="flat" cmpd="sng">
            <a:noFill/>
            <a:prstDash val="solid"/>
            <a:round/>
          </a:ln>
          <a:effectLst>
            <a:outerShdw blurRad="254000" dist="101600" dir="54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4445635" y="1391920"/>
            <a:ext cx="330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PAUSED</a:t>
            </a:r>
            <a:endParaRPr lang="en-US" sz="1100"/>
          </a:p>
        </p:txBody>
      </p:sp>
      <p:sp>
        <p:nvSpPr>
          <p:cNvPr id="6" name="AutoShape 6"/>
          <p:cNvSpPr/>
          <p:nvPr/>
        </p:nvSpPr>
        <p:spPr>
          <a:xfrm>
            <a:off x="4826000" y="2476500"/>
            <a:ext cx="2540000" cy="762000"/>
          </a:xfrm>
          <a:prstGeom prst="roundRect">
            <a:avLst>
              <a:gd name="adj" fmla="val 20000"/>
            </a:avLst>
          </a:prstGeom>
          <a:solidFill>
            <a:srgbClr val="AECBFA">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继续游戏</a:t>
            </a:r>
            <a:endParaRPr lang="en-US" sz="1100"/>
          </a:p>
        </p:txBody>
      </p:sp>
      <p:sp>
        <p:nvSpPr>
          <p:cNvPr id="8" name="AutoShape 8"/>
          <p:cNvSpPr/>
          <p:nvPr/>
        </p:nvSpPr>
        <p:spPr>
          <a:xfrm>
            <a:off x="4826000" y="4699000"/>
            <a:ext cx="2540000" cy="762000"/>
          </a:xfrm>
          <a:prstGeom prst="roundRect">
            <a:avLst>
              <a:gd name="adj" fmla="val 20000"/>
            </a:avLst>
          </a:prstGeom>
          <a:solidFill>
            <a:srgbClr val="FFFFFF">
              <a:alpha val="100000"/>
            </a:srgbClr>
          </a:solidFill>
          <a:ln w="25400" cap="flat" cmpd="sng">
            <a:solidFill>
              <a:srgbClr val="CCCCCC">
                <a:alpha val="100000"/>
              </a:srgbClr>
            </a:solid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返回菜单</a:t>
            </a:r>
            <a:endParaRPr lang="en-US" sz="1100"/>
          </a:p>
        </p:txBody>
      </p:sp>
      <p:sp>
        <p:nvSpPr>
          <p:cNvPr id="9" name="AutoShape 7"/>
          <p:cNvSpPr/>
          <p:nvPr/>
        </p:nvSpPr>
        <p:spPr>
          <a:xfrm>
            <a:off x="4826000" y="3587750"/>
            <a:ext cx="2540000" cy="762000"/>
          </a:xfrm>
          <a:prstGeom prst="roundRect">
            <a:avLst>
              <a:gd name="adj" fmla="val 20000"/>
            </a:avLst>
          </a:prstGeom>
          <a:solidFill>
            <a:srgbClr val="FFFFFF">
              <a:alpha val="100000"/>
            </a:srgbClr>
          </a:solidFill>
          <a:ln w="25400" cap="flat" cmpd="sng">
            <a:solidFill>
              <a:srgbClr val="CCCCCC">
                <a:alpha val="100000"/>
              </a:srgbClr>
            </a:solidFill>
            <a:prstDash val="solid"/>
            <a:round/>
          </a:ln>
        </p:spPr>
        <p:txBody>
          <a:bodyPr vert="horz" wrap="square" lIns="0" tIns="0" rIns="0" bIns="0" rtlCol="0" anchor="ctr" anchorCtr="0"/>
          <a:lstStyle/>
          <a:p>
            <a:pPr algn="ctr">
              <a:lnSpc>
                <a:spcPct val="125000"/>
              </a:lnSpc>
              <a:buSzTx/>
              <a:defRPr/>
            </a:pPr>
            <a:r>
              <a:rPr lang="en-US" sz="1800" b="1">
                <a:solidFill>
                  <a:srgbClr val="555555"/>
                </a:solidFill>
                <a:latin typeface="Noto Sans SC" panose="020B0200000000000000" charset="-122"/>
                <a:ea typeface="Noto Sans SC" panose="020B0200000000000000" charset="-122"/>
                <a:cs typeface="Noto Sans SC" panose="020B0200000000000000" charset="-122"/>
              </a:rPr>
              <a:t>游戏设置</a:t>
            </a:r>
            <a:endParaRPr lang="en-US" sz="1800" b="1">
              <a:solidFill>
                <a:srgbClr val="555555"/>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2" name="AutoShape 2"/>
          <p:cNvSpPr/>
          <p:nvPr/>
        </p:nvSpPr>
        <p:spPr>
          <a:xfrm>
            <a:off x="762000" y="508000"/>
            <a:ext cx="3810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chemeClr val="bg1">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结算界面</a:t>
            </a:r>
            <a:endParaRPr lang="en-US" sz="3200" b="1" i="0" u="none" strike="noStrike">
              <a:solidFill>
                <a:schemeClr val="bg1">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3"/>
          <p:cNvSpPr/>
          <p:nvPr/>
        </p:nvSpPr>
        <p:spPr>
          <a:xfrm>
            <a:off x="0" y="2032000"/>
            <a:ext cx="12192000" cy="1270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8000" b="1" i="0" u="none" strike="noStrike">
                <a:solidFill>
                  <a:schemeClr val="bg1">
                    <a:lumMod val="9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GAME OVER</a:t>
            </a:r>
            <a:endParaRPr lang="en-US" sz="8000" b="1" i="0" u="none" strike="noStrike">
              <a:solidFill>
                <a:schemeClr val="bg1">
                  <a:lumMod val="9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nvSpPr>
        <p:spPr>
          <a:xfrm>
            <a:off x="0" y="3683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chemeClr val="bg1">
                    <a:lumMod val="8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最终得分: 999</a:t>
            </a:r>
            <a:endParaRPr lang="en-US" sz="4000" b="1" i="0" u="none" strike="noStrike">
              <a:solidFill>
                <a:schemeClr val="bg1">
                  <a:lumMod val="8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4826000" y="4953000"/>
            <a:ext cx="2540000" cy="812800"/>
          </a:xfrm>
          <a:prstGeom prst="roundRect">
            <a:avLst>
              <a:gd name="adj" fmla="val 50000"/>
            </a:avLst>
          </a:prstGeom>
          <a:solidFill>
            <a:srgbClr val="AECB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4826000" y="4953000"/>
            <a:ext cx="2540000" cy="812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返回主菜单</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8"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2" name="AutoShape 2"/>
          <p:cNvSpPr/>
          <p:nvPr/>
        </p:nvSpPr>
        <p:spPr>
          <a:xfrm>
            <a:off x="762000" y="508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chemeClr val="bg1">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排行榜界面</a:t>
            </a:r>
            <a:endParaRPr lang="en-US" sz="3200" b="1" i="0" u="none" strike="noStrike">
              <a:solidFill>
                <a:schemeClr val="bg1">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3"/>
          <p:cNvSpPr/>
          <p:nvPr/>
        </p:nvSpPr>
        <p:spPr>
          <a:xfrm>
            <a:off x="2286000" y="1397000"/>
            <a:ext cx="7620000" cy="4826000"/>
          </a:xfrm>
          <a:prstGeom prst="roundRect">
            <a:avLst>
              <a:gd name="adj" fmla="val 4210"/>
            </a:avLst>
          </a:prstGeom>
          <a:solidFill>
            <a:srgbClr val="FFFFFF">
              <a:alpha val="100000"/>
            </a:srgbClr>
          </a:solidFill>
          <a:ln w="12700" cap="flat" cmpd="sng">
            <a:solidFill>
              <a:srgbClr val="E0EBFF">
                <a:alpha val="100000"/>
              </a:srgbClr>
            </a:solidFill>
            <a:prstDash val="solid"/>
            <a:round/>
          </a:ln>
          <a:effectLst>
            <a:outerShdw blurRad="254000" dist="63500" dir="2700000" algn="tl" rotWithShape="0">
              <a:srgbClr val="AECBFA">
                <a:alpha val="25000"/>
              </a:srgbClr>
            </a:outerShdw>
          </a:effectLst>
        </p:spPr>
        <p:txBody>
          <a:bodyPr vert="horz" wrap="square" lIns="63500" tIns="63500" rIns="63500" bIns="63500" rtlCol="0" anchor="ctr"/>
          <a:lstStyle/>
          <a:p>
            <a:pPr algn="ctr">
              <a:defRPr/>
            </a:pPr>
          </a:p>
        </p:txBody>
      </p:sp>
      <p:sp>
        <p:nvSpPr>
          <p:cNvPr id="4" name="AutoShape 4"/>
          <p:cNvSpPr/>
          <p:nvPr/>
        </p:nvSpPr>
        <p:spPr>
          <a:xfrm>
            <a:off x="2286000" y="1651000"/>
            <a:ext cx="762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排行榜 TOP 10</a:t>
            </a:r>
            <a:endParaRPr lang="en-US" sz="1100"/>
          </a:p>
        </p:txBody>
      </p:sp>
      <p:sp>
        <p:nvSpPr>
          <p:cNvPr id="5" name="AutoShape 5"/>
          <p:cNvSpPr/>
          <p:nvPr>
            <p:custDataLst>
              <p:tags r:id="rId2"/>
            </p:custDataLst>
          </p:nvPr>
        </p:nvSpPr>
        <p:spPr>
          <a:xfrm>
            <a:off x="2667000" y="2413000"/>
            <a:ext cx="6858000" cy="2413000"/>
          </a:xfrm>
          <a:prstGeom prst="roundRect">
            <a:avLst>
              <a:gd name="adj" fmla="val 6315"/>
            </a:avLst>
          </a:prstGeom>
          <a:solidFill>
            <a:srgbClr val="F9FBFF">
              <a:alpha val="100000"/>
            </a:srgbClr>
          </a:solidFill>
          <a:ln w="12700" cap="flat" cmpd="sng">
            <a:solidFill>
              <a:srgbClr val="E0EBFF">
                <a:alpha val="100000"/>
              </a:srgbClr>
            </a:solidFill>
            <a:prstDash val="solid"/>
            <a:round/>
          </a:ln>
        </p:spPr>
        <p:txBody>
          <a:bodyPr vert="horz" wrap="square" lIns="63500" tIns="63500" rIns="63500" bIns="63500" rtlCol="0" anchor="ctr"/>
          <a:lstStyle/>
          <a:p>
            <a:pPr algn="ctr">
              <a:defRPr/>
            </a:pPr>
          </a:p>
        </p:txBody>
      </p:sp>
      <p:sp>
        <p:nvSpPr>
          <p:cNvPr id="6" name="AutoShape 6"/>
          <p:cNvSpPr/>
          <p:nvPr>
            <p:custDataLst>
              <p:tags r:id="rId3"/>
            </p:custDataLst>
          </p:nvPr>
        </p:nvSpPr>
        <p:spPr>
          <a:xfrm>
            <a:off x="2921000" y="2603500"/>
            <a:ext cx="6350000" cy="406400"/>
          </a:xfrm>
          <a:prstGeom prst="roundRect">
            <a:avLst>
              <a:gd name="adj" fmla="val 25000"/>
            </a:avLst>
          </a:prstGeom>
          <a:solidFill>
            <a:srgbClr val="FFFFFF">
              <a:alpha val="100000"/>
            </a:srgbClr>
          </a:solidFill>
          <a:ln w="25400" cap="flat" cmpd="sng">
            <a:noFill/>
            <a:prstDash val="solid"/>
            <a:round/>
          </a:ln>
          <a:effectLst>
            <a:outerShdw blurRad="50800" dist="12700" dir="2700000" algn="tl" rotWithShape="0">
              <a:srgbClr val="000000">
                <a:alpha val="5000"/>
              </a:srgbClr>
            </a:outerShdw>
          </a:effectLst>
        </p:spPr>
        <p:txBody>
          <a:bodyPr vert="horz" wrap="square" lIns="63500" tIns="63500" rIns="63500" bIns="63500" rtlCol="0" anchor="ctr"/>
          <a:lstStyle/>
          <a:p>
            <a:pPr algn="ctr">
              <a:defRPr/>
            </a:pPr>
          </a:p>
        </p:txBody>
      </p:sp>
      <p:sp>
        <p:nvSpPr>
          <p:cNvPr id="7" name="AutoShape 7"/>
          <p:cNvSpPr/>
          <p:nvPr>
            <p:custDataLst>
              <p:tags r:id="rId4"/>
            </p:custDataLst>
          </p:nvPr>
        </p:nvSpPr>
        <p:spPr>
          <a:xfrm>
            <a:off x="3048000" y="2679700"/>
            <a:ext cx="304800" cy="304800"/>
          </a:xfrm>
          <a:prstGeom prst="ellipse">
            <a:avLst/>
          </a:prstGeom>
          <a:solidFill>
            <a:srgbClr val="FFCC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custDataLst>
              <p:tags r:id="rId5"/>
            </p:custDataLst>
          </p:nvPr>
        </p:nvSpPr>
        <p:spPr>
          <a:xfrm>
            <a:off x="3048000" y="2679700"/>
            <a:ext cx="3048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1</a:t>
            </a:r>
            <a:endParaRPr lang="en-US" sz="1100"/>
          </a:p>
        </p:txBody>
      </p:sp>
      <p:sp>
        <p:nvSpPr>
          <p:cNvPr id="9" name="AutoShape 9"/>
          <p:cNvSpPr/>
          <p:nvPr>
            <p:custDataLst>
              <p:tags r:id="rId6"/>
            </p:custDataLst>
          </p:nvPr>
        </p:nvSpPr>
        <p:spPr>
          <a:xfrm>
            <a:off x="3556000" y="26797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Player1</a:t>
            </a:r>
            <a:endParaRPr lang="en-US" sz="1100"/>
          </a:p>
        </p:txBody>
      </p:sp>
      <p:sp>
        <p:nvSpPr>
          <p:cNvPr id="10" name="AutoShape 10"/>
          <p:cNvSpPr/>
          <p:nvPr>
            <p:custDataLst>
              <p:tags r:id="rId7"/>
            </p:custDataLst>
          </p:nvPr>
        </p:nvSpPr>
        <p:spPr>
          <a:xfrm>
            <a:off x="6477000" y="2679700"/>
            <a:ext cx="1397000" cy="3048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300" b="1" i="0" u="none" strike="noStrike">
                <a:solidFill>
                  <a:srgbClr val="AECBFA"/>
                </a:solidFill>
                <a:latin typeface="Noto Sans SC" panose="020B0200000000000000" charset="-122"/>
                <a:ea typeface="Noto Sans SC" panose="020B0200000000000000" charset="-122"/>
                <a:cs typeface="Noto Sans SC" panose="020B0200000000000000" charset="-122"/>
                <a:sym typeface="Noto Sans SC" panose="020B0200000000000000" charset="-122"/>
              </a:rPr>
              <a:t>12,850 </a:t>
            </a:r>
            <a:endParaRPr lang="en-US" sz="1100"/>
          </a:p>
        </p:txBody>
      </p:sp>
      <p:sp>
        <p:nvSpPr>
          <p:cNvPr id="11" name="AutoShape 11"/>
          <p:cNvSpPr/>
          <p:nvPr>
            <p:custDataLst>
              <p:tags r:id="rId8"/>
            </p:custDataLst>
          </p:nvPr>
        </p:nvSpPr>
        <p:spPr>
          <a:xfrm>
            <a:off x="2921000" y="3111500"/>
            <a:ext cx="6350000" cy="406400"/>
          </a:xfrm>
          <a:prstGeom prst="roundRect">
            <a:avLst>
              <a:gd name="adj" fmla="val 25000"/>
            </a:avLst>
          </a:prstGeom>
          <a:solidFill>
            <a:srgbClr val="FFFFFF">
              <a:alpha val="100000"/>
            </a:srgbClr>
          </a:solidFill>
          <a:ln w="25400" cap="flat" cmpd="sng">
            <a:noFill/>
            <a:prstDash val="solid"/>
            <a:round/>
          </a:ln>
          <a:effectLst>
            <a:outerShdw blurRad="50800" dist="12700" dir="2700000" algn="tl" rotWithShape="0">
              <a:srgbClr val="000000">
                <a:alpha val="5000"/>
              </a:srgbClr>
            </a:outerShdw>
          </a:effectLst>
        </p:spPr>
        <p:txBody>
          <a:bodyPr vert="horz" wrap="square" lIns="63500" tIns="63500" rIns="63500" bIns="63500" rtlCol="0" anchor="ctr"/>
          <a:lstStyle/>
          <a:p>
            <a:pPr algn="ctr">
              <a:defRPr/>
            </a:pPr>
          </a:p>
        </p:txBody>
      </p:sp>
      <p:sp>
        <p:nvSpPr>
          <p:cNvPr id="12" name="AutoShape 12"/>
          <p:cNvSpPr/>
          <p:nvPr>
            <p:custDataLst>
              <p:tags r:id="rId9"/>
            </p:custDataLst>
          </p:nvPr>
        </p:nvSpPr>
        <p:spPr>
          <a:xfrm>
            <a:off x="3048000" y="3187700"/>
            <a:ext cx="304800" cy="304800"/>
          </a:xfrm>
          <a:prstGeom prst="ellipse">
            <a:avLst/>
          </a:prstGeom>
          <a:solidFill>
            <a:srgbClr val="C0C0C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custDataLst>
              <p:tags r:id="rId10"/>
            </p:custDataLst>
          </p:nvPr>
        </p:nvSpPr>
        <p:spPr>
          <a:xfrm>
            <a:off x="3048000" y="3187700"/>
            <a:ext cx="3048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endParaRPr lang="en-US" sz="1100"/>
          </a:p>
        </p:txBody>
      </p:sp>
      <p:sp>
        <p:nvSpPr>
          <p:cNvPr id="14" name="AutoShape 14"/>
          <p:cNvSpPr/>
          <p:nvPr>
            <p:custDataLst>
              <p:tags r:id="rId11"/>
            </p:custDataLst>
          </p:nvPr>
        </p:nvSpPr>
        <p:spPr>
          <a:xfrm>
            <a:off x="3556000" y="31877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Player2</a:t>
            </a:r>
            <a:endParaRPr lang="en-US" sz="1100"/>
          </a:p>
        </p:txBody>
      </p:sp>
      <p:sp>
        <p:nvSpPr>
          <p:cNvPr id="15" name="AutoShape 15"/>
          <p:cNvSpPr/>
          <p:nvPr>
            <p:custDataLst>
              <p:tags r:id="rId12"/>
            </p:custDataLst>
          </p:nvPr>
        </p:nvSpPr>
        <p:spPr>
          <a:xfrm>
            <a:off x="6477000" y="3187700"/>
            <a:ext cx="1397000" cy="3048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300" b="1" i="0" u="none" strike="noStrike">
                <a:solidFill>
                  <a:srgbClr val="AECBFA"/>
                </a:solidFill>
                <a:latin typeface="Noto Sans SC" panose="020B0200000000000000" charset="-122"/>
                <a:ea typeface="Noto Sans SC" panose="020B0200000000000000" charset="-122"/>
                <a:cs typeface="Noto Sans SC" panose="020B0200000000000000" charset="-122"/>
                <a:sym typeface="Noto Sans SC" panose="020B0200000000000000" charset="-122"/>
              </a:rPr>
              <a:t>11,420 </a:t>
            </a:r>
            <a:endParaRPr lang="en-US" sz="1100"/>
          </a:p>
        </p:txBody>
      </p:sp>
      <p:sp>
        <p:nvSpPr>
          <p:cNvPr id="16" name="AutoShape 16"/>
          <p:cNvSpPr/>
          <p:nvPr>
            <p:custDataLst>
              <p:tags r:id="rId13"/>
            </p:custDataLst>
          </p:nvPr>
        </p:nvSpPr>
        <p:spPr>
          <a:xfrm>
            <a:off x="2921000" y="3619500"/>
            <a:ext cx="6350000" cy="406400"/>
          </a:xfrm>
          <a:prstGeom prst="roundRect">
            <a:avLst>
              <a:gd name="adj" fmla="val 25000"/>
            </a:avLst>
          </a:prstGeom>
          <a:solidFill>
            <a:srgbClr val="FFFFFF">
              <a:alpha val="100000"/>
            </a:srgbClr>
          </a:solidFill>
          <a:ln w="25400" cap="flat" cmpd="sng">
            <a:noFill/>
            <a:prstDash val="solid"/>
            <a:round/>
          </a:ln>
          <a:effectLst>
            <a:outerShdw blurRad="50800" dist="12700" dir="2700000" algn="tl" rotWithShape="0">
              <a:srgbClr val="000000">
                <a:alpha val="5000"/>
              </a:srgbClr>
            </a:outerShdw>
          </a:effectLst>
        </p:spPr>
        <p:txBody>
          <a:bodyPr vert="horz" wrap="square" lIns="63500" tIns="63500" rIns="63500" bIns="63500" rtlCol="0" anchor="ctr"/>
          <a:lstStyle/>
          <a:p>
            <a:pPr algn="ctr">
              <a:defRPr/>
            </a:pPr>
          </a:p>
        </p:txBody>
      </p:sp>
      <p:sp>
        <p:nvSpPr>
          <p:cNvPr id="17" name="AutoShape 17"/>
          <p:cNvSpPr/>
          <p:nvPr>
            <p:custDataLst>
              <p:tags r:id="rId14"/>
            </p:custDataLst>
          </p:nvPr>
        </p:nvSpPr>
        <p:spPr>
          <a:xfrm>
            <a:off x="3048000" y="3695700"/>
            <a:ext cx="304800" cy="304800"/>
          </a:xfrm>
          <a:prstGeom prst="ellipse">
            <a:avLst/>
          </a:prstGeom>
          <a:solidFill>
            <a:srgbClr val="CD7F3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custDataLst>
              <p:tags r:id="rId15"/>
            </p:custDataLst>
          </p:nvPr>
        </p:nvSpPr>
        <p:spPr>
          <a:xfrm>
            <a:off x="3048000" y="3695700"/>
            <a:ext cx="3048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3</a:t>
            </a:r>
            <a:endParaRPr lang="en-US" sz="1100"/>
          </a:p>
        </p:txBody>
      </p:sp>
      <p:sp>
        <p:nvSpPr>
          <p:cNvPr id="19" name="AutoShape 19"/>
          <p:cNvSpPr/>
          <p:nvPr>
            <p:custDataLst>
              <p:tags r:id="rId16"/>
            </p:custDataLst>
          </p:nvPr>
        </p:nvSpPr>
        <p:spPr>
          <a:xfrm>
            <a:off x="3556000" y="36957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Player3</a:t>
            </a:r>
            <a:endParaRPr lang="en-US" sz="1100"/>
          </a:p>
        </p:txBody>
      </p:sp>
      <p:sp>
        <p:nvSpPr>
          <p:cNvPr id="20" name="AutoShape 20"/>
          <p:cNvSpPr/>
          <p:nvPr>
            <p:custDataLst>
              <p:tags r:id="rId17"/>
            </p:custDataLst>
          </p:nvPr>
        </p:nvSpPr>
        <p:spPr>
          <a:xfrm>
            <a:off x="6477000" y="3695700"/>
            <a:ext cx="1397000" cy="3048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300" b="1" i="0" u="none" strike="noStrike">
                <a:solidFill>
                  <a:srgbClr val="AECBFA"/>
                </a:solidFill>
                <a:latin typeface="Noto Sans SC" panose="020B0200000000000000" charset="-122"/>
                <a:ea typeface="Noto Sans SC" panose="020B0200000000000000" charset="-122"/>
                <a:cs typeface="Noto Sans SC" panose="020B0200000000000000" charset="-122"/>
                <a:sym typeface="Noto Sans SC" panose="020B0200000000000000" charset="-122"/>
              </a:rPr>
              <a:t>10,980 </a:t>
            </a:r>
            <a:endParaRPr lang="en-US" sz="1100"/>
          </a:p>
        </p:txBody>
      </p:sp>
      <p:sp>
        <p:nvSpPr>
          <p:cNvPr id="21" name="AutoShape 21"/>
          <p:cNvSpPr/>
          <p:nvPr>
            <p:custDataLst>
              <p:tags r:id="rId18"/>
            </p:custDataLst>
          </p:nvPr>
        </p:nvSpPr>
        <p:spPr>
          <a:xfrm>
            <a:off x="2921000" y="4127500"/>
            <a:ext cx="6350000" cy="406400"/>
          </a:xfrm>
          <a:prstGeom prst="roundRect">
            <a:avLst>
              <a:gd name="adj" fmla="val 25000"/>
            </a:avLst>
          </a:prstGeom>
          <a:solidFill>
            <a:srgbClr val="F0F5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custDataLst>
              <p:tags r:id="rId19"/>
            </p:custDataLst>
          </p:nvPr>
        </p:nvSpPr>
        <p:spPr>
          <a:xfrm>
            <a:off x="3048000" y="4203700"/>
            <a:ext cx="304800" cy="304800"/>
          </a:xfrm>
          <a:prstGeom prst="ellipse">
            <a:avLst/>
          </a:prstGeom>
          <a:solidFill>
            <a:srgbClr val="AECB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custDataLst>
              <p:tags r:id="rId20"/>
            </p:custDataLst>
          </p:nvPr>
        </p:nvSpPr>
        <p:spPr>
          <a:xfrm>
            <a:off x="3048000" y="4203700"/>
            <a:ext cx="3048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24" name="AutoShape 24"/>
          <p:cNvSpPr/>
          <p:nvPr>
            <p:custDataLst>
              <p:tags r:id="rId21"/>
            </p:custDataLst>
          </p:nvPr>
        </p:nvSpPr>
        <p:spPr>
          <a:xfrm>
            <a:off x="3556000" y="42037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Player4</a:t>
            </a:r>
            <a:endParaRPr lang="en-US" sz="1100"/>
          </a:p>
        </p:txBody>
      </p:sp>
      <p:sp>
        <p:nvSpPr>
          <p:cNvPr id="25" name="AutoShape 25"/>
          <p:cNvSpPr/>
          <p:nvPr>
            <p:custDataLst>
              <p:tags r:id="rId22"/>
            </p:custDataLst>
          </p:nvPr>
        </p:nvSpPr>
        <p:spPr>
          <a:xfrm>
            <a:off x="6477000" y="4203700"/>
            <a:ext cx="1397000" cy="3048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300" b="1" i="0" u="none" strike="noStrike">
                <a:solidFill>
                  <a:srgbClr val="AECCFB"/>
                </a:solidFill>
                <a:latin typeface="Noto Sans SC" panose="020B0200000000000000" charset="-122"/>
                <a:ea typeface="Noto Sans SC" panose="020B0200000000000000" charset="-122"/>
                <a:cs typeface="Noto Sans SC" panose="020B0200000000000000" charset="-122"/>
                <a:sym typeface="Noto Sans SC" panose="020B0200000000000000" charset="-122"/>
              </a:rPr>
              <a:t>5,000 </a:t>
            </a:r>
            <a:endParaRPr lang="en-US" sz="1300" b="1" i="0" u="none" strike="noStrike">
              <a:solidFill>
                <a:srgbClr val="AECCF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6" name="AutoShape 26"/>
          <p:cNvSpPr/>
          <p:nvPr/>
        </p:nvSpPr>
        <p:spPr>
          <a:xfrm>
            <a:off x="4572000" y="5207000"/>
            <a:ext cx="3048000" cy="609600"/>
          </a:xfrm>
          <a:prstGeom prst="roundRect">
            <a:avLst>
              <a:gd name="adj" fmla="val 50000"/>
            </a:avLst>
          </a:prstGeom>
          <a:solidFill>
            <a:srgbClr val="AECBFA">
              <a:alpha val="100000"/>
            </a:srgbClr>
          </a:solidFill>
          <a:ln w="25400" cap="flat" cmpd="sng">
            <a:noFill/>
            <a:prstDash val="solid"/>
            <a:round/>
          </a:ln>
          <a:effectLst>
            <a:outerShdw blurRad="127000" dist="50800" dir="2700000" algn="tl" rotWithShape="0">
              <a:srgbClr val="AECBFA">
                <a:alpha val="40000"/>
              </a:srgbClr>
            </a:outerShdw>
          </a:effectLst>
        </p:spPr>
        <p:txBody>
          <a:bodyPr vert="horz" wrap="square" lIns="63500" tIns="63500" rIns="63500" bIns="63500" rtlCol="0" anchor="ctr"/>
          <a:lstStyle/>
          <a:p>
            <a:pPr algn="ctr">
              <a:defRPr/>
            </a:pPr>
          </a:p>
        </p:txBody>
      </p:sp>
      <p:sp>
        <p:nvSpPr>
          <p:cNvPr id="27" name="AutoShape 27"/>
          <p:cNvSpPr/>
          <p:nvPr/>
        </p:nvSpPr>
        <p:spPr>
          <a:xfrm>
            <a:off x="4572000" y="5207000"/>
            <a:ext cx="3048000" cy="609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返回主菜单</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3"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2" name="AutoShape 2"/>
          <p:cNvSpPr/>
          <p:nvPr/>
        </p:nvSpPr>
        <p:spPr>
          <a:xfrm>
            <a:off x="762000" y="508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chemeClr val="bg1">
                    <a:lumMod val="8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游戏设置界面</a:t>
            </a:r>
            <a:endParaRPr lang="en-US" sz="3200" b="1" i="0" u="none" strike="noStrike">
              <a:solidFill>
                <a:schemeClr val="bg1">
                  <a:lumMod val="8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3"/>
          <p:cNvSpPr/>
          <p:nvPr/>
        </p:nvSpPr>
        <p:spPr>
          <a:xfrm>
            <a:off x="3556000" y="1397000"/>
            <a:ext cx="5080000" cy="4826000"/>
          </a:xfrm>
          <a:prstGeom prst="roundRect">
            <a:avLst>
              <a:gd name="adj" fmla="val 5263"/>
            </a:avLst>
          </a:prstGeom>
          <a:solidFill>
            <a:srgbClr val="FFFFFF">
              <a:alpha val="100000"/>
            </a:srgbClr>
          </a:solidFill>
          <a:ln w="12700" cap="flat" cmpd="sng">
            <a:solidFill>
              <a:srgbClr val="E5E7EB">
                <a:alpha val="100000"/>
              </a:srgbClr>
            </a:solidFill>
            <a:prstDash val="solid"/>
            <a:round/>
          </a:ln>
          <a:effectLst>
            <a:outerShdw blurRad="254000" dist="50800" dir="5400000" algn="tl" rotWithShape="0">
              <a:srgbClr val="000000">
                <a:alpha val="8000"/>
              </a:srgbClr>
            </a:outerShdw>
          </a:effectLst>
        </p:spPr>
        <p:txBody>
          <a:bodyPr vert="horz" wrap="square" lIns="63500" tIns="63500" rIns="63500" bIns="63500" rtlCol="0" anchor="ctr"/>
          <a:lstStyle/>
          <a:p>
            <a:pPr algn="ctr">
              <a:defRPr/>
            </a:pPr>
          </a:p>
        </p:txBody>
      </p:sp>
      <p:grpSp>
        <p:nvGrpSpPr>
          <p:cNvPr id="27" name="组合 26"/>
          <p:cNvGrpSpPr/>
          <p:nvPr/>
        </p:nvGrpSpPr>
        <p:grpSpPr>
          <a:xfrm>
            <a:off x="3937000" y="2920365"/>
            <a:ext cx="4318000" cy="889000"/>
            <a:chOff x="6200" y="4000"/>
            <a:chExt cx="6800" cy="1400"/>
          </a:xfrm>
        </p:grpSpPr>
        <p:sp>
          <p:nvSpPr>
            <p:cNvPr id="4" name="AutoShape 4"/>
            <p:cNvSpPr/>
            <p:nvPr/>
          </p:nvSpPr>
          <p:spPr>
            <a:xfrm>
              <a:off x="6200" y="4000"/>
              <a:ext cx="6800" cy="1400"/>
            </a:xfrm>
            <a:prstGeom prst="roundRect">
              <a:avLst>
                <a:gd name="adj" fmla="val 17142"/>
              </a:avLst>
            </a:prstGeom>
            <a:solidFill>
              <a:srgbClr val="F9FB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81" y="4380"/>
              <a:ext cx="640" cy="640"/>
            </a:xfrm>
            <a:prstGeom prst="rect">
              <a:avLst/>
            </a:prstGeom>
          </p:spPr>
        </p:pic>
        <p:sp>
          <p:nvSpPr>
            <p:cNvPr id="6" name="AutoShape 6"/>
            <p:cNvSpPr/>
            <p:nvPr/>
          </p:nvSpPr>
          <p:spPr>
            <a:xfrm>
              <a:off x="7481" y="4400"/>
              <a:ext cx="1600" cy="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音效设置</a:t>
              </a:r>
              <a:endParaRPr lang="en-US" sz="1100"/>
            </a:p>
          </p:txBody>
        </p:sp>
        <p:sp>
          <p:nvSpPr>
            <p:cNvPr id="7" name="AutoShape 7"/>
            <p:cNvSpPr/>
            <p:nvPr/>
          </p:nvSpPr>
          <p:spPr>
            <a:xfrm>
              <a:off x="10481" y="4400"/>
              <a:ext cx="1600" cy="640"/>
            </a:xfrm>
            <a:prstGeom prst="roundRect">
              <a:avLst>
                <a:gd name="adj" fmla="val 50000"/>
              </a:avLst>
            </a:prstGeom>
            <a:solidFill>
              <a:srgbClr val="AECB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481" y="4460"/>
              <a:ext cx="1600" cy="52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ON</a:t>
              </a:r>
              <a:endParaRPr lang="en-US" sz="1100"/>
            </a:p>
          </p:txBody>
        </p:sp>
      </p:grpSp>
      <p:grpSp>
        <p:nvGrpSpPr>
          <p:cNvPr id="24" name="组合 23"/>
          <p:cNvGrpSpPr/>
          <p:nvPr/>
        </p:nvGrpSpPr>
        <p:grpSpPr>
          <a:xfrm>
            <a:off x="3937000" y="3949065"/>
            <a:ext cx="4318000" cy="889000"/>
            <a:chOff x="6200" y="4800"/>
            <a:chExt cx="6800" cy="1400"/>
          </a:xfrm>
        </p:grpSpPr>
        <p:sp>
          <p:nvSpPr>
            <p:cNvPr id="9" name="AutoShape 9"/>
            <p:cNvSpPr/>
            <p:nvPr/>
          </p:nvSpPr>
          <p:spPr>
            <a:xfrm>
              <a:off x="6200" y="4800"/>
              <a:ext cx="6800" cy="1400"/>
            </a:xfrm>
            <a:prstGeom prst="roundRect">
              <a:avLst>
                <a:gd name="adj" fmla="val 17142"/>
              </a:avLst>
            </a:prstGeom>
            <a:solidFill>
              <a:srgbClr val="F9FB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00" y="5180"/>
              <a:ext cx="640" cy="640"/>
            </a:xfrm>
            <a:prstGeom prst="rect">
              <a:avLst/>
            </a:prstGeom>
          </p:spPr>
        </p:pic>
        <p:sp>
          <p:nvSpPr>
            <p:cNvPr id="11" name="AutoShape 11"/>
            <p:cNvSpPr/>
            <p:nvPr/>
          </p:nvSpPr>
          <p:spPr>
            <a:xfrm>
              <a:off x="7600" y="5200"/>
              <a:ext cx="1600" cy="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音量调节</a:t>
              </a:r>
              <a:endParaRPr lang="en-US" sz="1100"/>
            </a:p>
          </p:txBody>
        </p:sp>
        <p:sp>
          <p:nvSpPr>
            <p:cNvPr id="12" name="AutoShape 12"/>
            <p:cNvSpPr/>
            <p:nvPr/>
          </p:nvSpPr>
          <p:spPr>
            <a:xfrm>
              <a:off x="10000" y="5360"/>
              <a:ext cx="2000" cy="120"/>
            </a:xfrm>
            <a:prstGeom prst="roundRect">
              <a:avLst>
                <a:gd name="adj" fmla="val 50000"/>
              </a:avLst>
            </a:prstGeom>
            <a:solidFill>
              <a:srgbClr val="E5E7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0000" y="5360"/>
              <a:ext cx="1400" cy="120"/>
            </a:xfrm>
            <a:prstGeom prst="roundRect">
              <a:avLst>
                <a:gd name="adj" fmla="val 50000"/>
              </a:avLst>
            </a:prstGeom>
            <a:solidFill>
              <a:srgbClr val="AECB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11121" y="5260"/>
              <a:ext cx="320" cy="320"/>
            </a:xfrm>
            <a:prstGeom prst="ellipse">
              <a:avLst/>
            </a:prstGeom>
            <a:solidFill>
              <a:srgbClr val="FFFFFF">
                <a:alpha val="100000"/>
              </a:srgbClr>
            </a:solidFill>
            <a:ln w="25400" cap="flat" cmpd="sng">
              <a:solidFill>
                <a:srgbClr val="AECBFA">
                  <a:alpha val="100000"/>
                </a:srgbClr>
              </a:solidFill>
              <a:prstDash val="solid"/>
              <a:round/>
            </a:ln>
            <a:effectLst>
              <a:outerShdw blurRad="50800" dist="12700" dir="2700000" algn="tl" rotWithShape="0">
                <a:srgbClr val="000000">
                  <a:alpha val="15000"/>
                </a:srgbClr>
              </a:outerShdw>
            </a:effectLst>
          </p:spPr>
          <p:txBody>
            <a:bodyPr vert="horz" wrap="square" lIns="63500" tIns="63500" rIns="63500" bIns="63500" rtlCol="0" anchor="ctr"/>
            <a:lstStyle/>
            <a:p>
              <a:pPr algn="ctr">
                <a:defRPr/>
              </a:pPr>
            </a:p>
          </p:txBody>
        </p:sp>
      </p:grpSp>
      <p:sp>
        <p:nvSpPr>
          <p:cNvPr id="21" name="AutoShape 21"/>
          <p:cNvSpPr/>
          <p:nvPr/>
        </p:nvSpPr>
        <p:spPr>
          <a:xfrm>
            <a:off x="4445000" y="5461000"/>
            <a:ext cx="3302000" cy="558800"/>
          </a:xfrm>
          <a:prstGeom prst="roundRect">
            <a:avLst>
              <a:gd name="adj" fmla="val 50000"/>
            </a:avLst>
          </a:prstGeom>
          <a:solidFill>
            <a:srgbClr val="AECB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4445000" y="5562600"/>
            <a:ext cx="33020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返回</a:t>
            </a:r>
            <a:endParaRPr lang="en-US" sz="1100"/>
          </a:p>
        </p:txBody>
      </p:sp>
      <p:sp>
        <p:nvSpPr>
          <p:cNvPr id="26" name="AutoShape 4"/>
          <p:cNvSpPr/>
          <p:nvPr/>
        </p:nvSpPr>
        <p:spPr>
          <a:xfrm>
            <a:off x="3937000" y="1891665"/>
            <a:ext cx="4318000" cy="889000"/>
          </a:xfrm>
          <a:prstGeom prst="roundRect">
            <a:avLst>
              <a:gd name="adj" fmla="val 17142"/>
            </a:avLst>
          </a:prstGeom>
          <a:solidFill>
            <a:srgbClr val="F9FBFF">
              <a:alpha val="100000"/>
            </a:srgbClr>
          </a:solidFill>
          <a:ln w="25400" cap="flat" cmpd="sng">
            <a:noFill/>
            <a:prstDash val="solid"/>
            <a:round/>
          </a:ln>
        </p:spPr>
        <p:txBody>
          <a:bodyPr vert="horz" wrap="square" lIns="63500" tIns="63500" rIns="63500" bIns="63500" rtlCol="0" anchor="ctr"/>
          <a:lstStyle/>
          <a:p>
            <a:pPr algn="ctr">
              <a:defRPr/>
            </a:pPr>
            <a:r>
              <a:rPr lang="zh-CN" altLang="en-US" sz="2800" b="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游戏设置</a:t>
            </a:r>
            <a:endParaRPr lang="zh-CN" altLang="en-US" sz="2800" b="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7"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2" name="AutoShape 2"/>
          <p:cNvSpPr/>
          <p:nvPr/>
        </p:nvSpPr>
        <p:spPr>
          <a:xfrm>
            <a:off x="762000" y="508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chemeClr val="bg1">
                    <a:lumMod val="8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充值商店界面</a:t>
            </a:r>
            <a:endParaRPr lang="en-US" sz="3200" b="1" i="0" u="none" strike="noStrike">
              <a:solidFill>
                <a:schemeClr val="bg1">
                  <a:lumMod val="8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3"/>
          <p:cNvSpPr/>
          <p:nvPr/>
        </p:nvSpPr>
        <p:spPr>
          <a:xfrm>
            <a:off x="762000" y="1270000"/>
            <a:ext cx="10668000" cy="4953000"/>
          </a:xfrm>
          <a:prstGeom prst="roundRect">
            <a:avLst>
              <a:gd name="adj" fmla="val 3076"/>
            </a:avLst>
          </a:prstGeom>
          <a:solidFill>
            <a:srgbClr val="FFFFFF">
              <a:alpha val="100000"/>
            </a:srgbClr>
          </a:solidFill>
          <a:ln w="12700" cap="flat" cmpd="sng">
            <a:solidFill>
              <a:srgbClr val="E5E7EB">
                <a:alpha val="100000"/>
              </a:srgbClr>
            </a:solidFill>
            <a:prstDash val="solid"/>
            <a:round/>
          </a:ln>
          <a:effectLst>
            <a:outerShdw blurRad="2032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4" name="AutoShape 4"/>
          <p:cNvSpPr/>
          <p:nvPr/>
        </p:nvSpPr>
        <p:spPr>
          <a:xfrm>
            <a:off x="1016000" y="1524000"/>
            <a:ext cx="3810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游戏商店 Game Store</a:t>
            </a:r>
            <a:endParaRPr lang="en-US" sz="1100"/>
          </a:p>
        </p:txBody>
      </p:sp>
      <p:sp>
        <p:nvSpPr>
          <p:cNvPr id="5" name="AutoShape 5"/>
          <p:cNvSpPr/>
          <p:nvPr>
            <p:custDataLst>
              <p:tags r:id="rId2"/>
            </p:custDataLst>
          </p:nvPr>
        </p:nvSpPr>
        <p:spPr>
          <a:xfrm>
            <a:off x="1016000" y="2286000"/>
            <a:ext cx="3048000" cy="2159000"/>
          </a:xfrm>
          <a:prstGeom prst="roundRect">
            <a:avLst>
              <a:gd name="adj" fmla="val 588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6" name="AutoShape 6"/>
          <p:cNvSpPr/>
          <p:nvPr>
            <p:custDataLst>
              <p:tags r:id="rId3"/>
            </p:custDataLst>
          </p:nvPr>
        </p:nvSpPr>
        <p:spPr>
          <a:xfrm>
            <a:off x="1270000" y="2540000"/>
            <a:ext cx="889000" cy="889000"/>
          </a:xfrm>
          <a:prstGeom prst="ellipse">
            <a:avLst/>
          </a:prstGeom>
          <a:solidFill>
            <a:srgbClr val="AECBF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60500" y="2730500"/>
            <a:ext cx="508000" cy="508000"/>
          </a:xfrm>
          <a:prstGeom prst="rect">
            <a:avLst/>
          </a:prstGeom>
        </p:spPr>
      </p:pic>
      <p:sp>
        <p:nvSpPr>
          <p:cNvPr id="8" name="AutoShape 8"/>
          <p:cNvSpPr/>
          <p:nvPr>
            <p:custDataLst>
              <p:tags r:id="rId7"/>
            </p:custDataLst>
          </p:nvPr>
        </p:nvSpPr>
        <p:spPr>
          <a:xfrm>
            <a:off x="2413000" y="2603500"/>
            <a:ext cx="139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一键清屏 </a:t>
            </a:r>
            <a:r>
              <a:rPr lang="en-US" sz="1600">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x</a:t>
            </a: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5</a:t>
            </a:r>
            <a:endParaRPr lang="en-US" sz="1100"/>
          </a:p>
        </p:txBody>
      </p:sp>
      <p:sp>
        <p:nvSpPr>
          <p:cNvPr id="9" name="AutoShape 9"/>
          <p:cNvSpPr/>
          <p:nvPr>
            <p:custDataLst>
              <p:tags r:id="rId8"/>
            </p:custDataLst>
          </p:nvPr>
        </p:nvSpPr>
        <p:spPr>
          <a:xfrm>
            <a:off x="2413000" y="3048000"/>
            <a:ext cx="1524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消除当前屏幕所有</a:t>
            </a:r>
            <a:r>
              <a:rPr lang="zh-CN" alt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方块</a:t>
            </a:r>
            <a:endParaRPr lang="zh-CN" alt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9"/>
            </p:custDataLst>
          </p:nvPr>
        </p:nvSpPr>
        <p:spPr>
          <a:xfrm>
            <a:off x="2413000" y="3683000"/>
            <a:ext cx="1524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¥ 6.00</a:t>
            </a:r>
            <a:endParaRPr lang="en-US" sz="1100"/>
          </a:p>
        </p:txBody>
      </p:sp>
      <p:sp>
        <p:nvSpPr>
          <p:cNvPr id="11" name="AutoShape 11"/>
          <p:cNvSpPr/>
          <p:nvPr>
            <p:custDataLst>
              <p:tags r:id="rId10"/>
            </p:custDataLst>
          </p:nvPr>
        </p:nvSpPr>
        <p:spPr>
          <a:xfrm>
            <a:off x="2413000" y="4191000"/>
            <a:ext cx="1397000" cy="381000"/>
          </a:xfrm>
          <a:prstGeom prst="roundRect">
            <a:avLst>
              <a:gd name="adj" fmla="val 26666"/>
            </a:avLst>
          </a:prstGeom>
          <a:solidFill>
            <a:srgbClr val="AECBFA">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立即购买</a:t>
            </a:r>
            <a:endParaRPr lang="en-US" sz="1100"/>
          </a:p>
        </p:txBody>
      </p:sp>
      <p:sp>
        <p:nvSpPr>
          <p:cNvPr id="12" name="AutoShape 12"/>
          <p:cNvSpPr/>
          <p:nvPr>
            <p:custDataLst>
              <p:tags r:id="rId11"/>
            </p:custDataLst>
          </p:nvPr>
        </p:nvSpPr>
        <p:spPr>
          <a:xfrm>
            <a:off x="4572000" y="2286000"/>
            <a:ext cx="3048000" cy="2159000"/>
          </a:xfrm>
          <a:prstGeom prst="roundRect">
            <a:avLst>
              <a:gd name="adj" fmla="val 588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3" name="AutoShape 13"/>
          <p:cNvSpPr/>
          <p:nvPr>
            <p:custDataLst>
              <p:tags r:id="rId12"/>
            </p:custDataLst>
          </p:nvPr>
        </p:nvSpPr>
        <p:spPr>
          <a:xfrm>
            <a:off x="4826000" y="2540000"/>
            <a:ext cx="889000" cy="889000"/>
          </a:xfrm>
          <a:prstGeom prst="ellipse">
            <a:avLst/>
          </a:prstGeom>
          <a:solidFill>
            <a:srgbClr val="AECBF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custDataLst>
              <p:tags r:id="rId13"/>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016500" y="2730500"/>
            <a:ext cx="508000" cy="508000"/>
          </a:xfrm>
          <a:prstGeom prst="rect">
            <a:avLst/>
          </a:prstGeom>
        </p:spPr>
      </p:pic>
      <p:sp>
        <p:nvSpPr>
          <p:cNvPr id="15" name="AutoShape 15"/>
          <p:cNvSpPr/>
          <p:nvPr>
            <p:custDataLst>
              <p:tags r:id="rId16"/>
            </p:custDataLst>
          </p:nvPr>
        </p:nvSpPr>
        <p:spPr>
          <a:xfrm>
            <a:off x="5969000" y="2603500"/>
            <a:ext cx="139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体力恢复</a:t>
            </a:r>
            <a:endParaRPr lang="en-US" sz="1100"/>
          </a:p>
        </p:txBody>
      </p:sp>
      <p:sp>
        <p:nvSpPr>
          <p:cNvPr id="16" name="AutoShape 16"/>
          <p:cNvSpPr/>
          <p:nvPr>
            <p:custDataLst>
              <p:tags r:id="rId17"/>
            </p:custDataLst>
          </p:nvPr>
        </p:nvSpPr>
        <p:spPr>
          <a:xfrm>
            <a:off x="5969000" y="3048000"/>
            <a:ext cx="1524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瞬间补满50点体力值</a:t>
            </a:r>
            <a:b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继续挑战</a:t>
            </a:r>
            <a:r>
              <a:rPr lang="zh-CN" alt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更高</a:t>
            </a:r>
            <a:r>
              <a:rPr lang="zh-CN" alt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积分</a:t>
            </a:r>
            <a:endParaRPr lang="zh-CN" alt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custDataLst>
              <p:tags r:id="rId18"/>
            </p:custDataLst>
          </p:nvPr>
        </p:nvSpPr>
        <p:spPr>
          <a:xfrm>
            <a:off x="5969000" y="3683000"/>
            <a:ext cx="1524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¥ 12.00</a:t>
            </a:r>
            <a:endParaRPr lang="en-US" sz="1100"/>
          </a:p>
        </p:txBody>
      </p:sp>
      <p:sp>
        <p:nvSpPr>
          <p:cNvPr id="18" name="AutoShape 18"/>
          <p:cNvSpPr/>
          <p:nvPr>
            <p:custDataLst>
              <p:tags r:id="rId19"/>
            </p:custDataLst>
          </p:nvPr>
        </p:nvSpPr>
        <p:spPr>
          <a:xfrm>
            <a:off x="5969000" y="4191000"/>
            <a:ext cx="1397000" cy="381000"/>
          </a:xfrm>
          <a:prstGeom prst="roundRect">
            <a:avLst>
              <a:gd name="adj" fmla="val 26666"/>
            </a:avLst>
          </a:prstGeom>
          <a:solidFill>
            <a:srgbClr val="AECBFA">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立即购买</a:t>
            </a:r>
            <a:endParaRPr lang="en-US" sz="1100"/>
          </a:p>
        </p:txBody>
      </p:sp>
      <p:sp>
        <p:nvSpPr>
          <p:cNvPr id="19" name="AutoShape 19"/>
          <p:cNvSpPr/>
          <p:nvPr>
            <p:custDataLst>
              <p:tags r:id="rId20"/>
            </p:custDataLst>
          </p:nvPr>
        </p:nvSpPr>
        <p:spPr>
          <a:xfrm>
            <a:off x="8128000" y="2286000"/>
            <a:ext cx="3048000" cy="2159000"/>
          </a:xfrm>
          <a:prstGeom prst="roundRect">
            <a:avLst>
              <a:gd name="adj" fmla="val 588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20" name="AutoShape 20"/>
          <p:cNvSpPr/>
          <p:nvPr>
            <p:custDataLst>
              <p:tags r:id="rId21"/>
            </p:custDataLst>
          </p:nvPr>
        </p:nvSpPr>
        <p:spPr>
          <a:xfrm>
            <a:off x="8382000" y="2540000"/>
            <a:ext cx="889000" cy="889000"/>
          </a:xfrm>
          <a:prstGeom prst="ellipse">
            <a:avLst/>
          </a:prstGeom>
          <a:solidFill>
            <a:srgbClr val="AECBF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custDataLst>
              <p:tags r:id="rId22"/>
            </p:custDataLst>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8572500" y="2730500"/>
            <a:ext cx="508000" cy="508000"/>
          </a:xfrm>
          <a:prstGeom prst="rect">
            <a:avLst/>
          </a:prstGeom>
        </p:spPr>
      </p:pic>
      <p:sp>
        <p:nvSpPr>
          <p:cNvPr id="22" name="AutoShape 22"/>
          <p:cNvSpPr/>
          <p:nvPr>
            <p:custDataLst>
              <p:tags r:id="rId25"/>
            </p:custDataLst>
          </p:nvPr>
        </p:nvSpPr>
        <p:spPr>
          <a:xfrm>
            <a:off x="9525000" y="2603500"/>
            <a:ext cx="139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无限特权</a:t>
            </a:r>
            <a:endParaRPr lang="en-US" sz="1100"/>
          </a:p>
        </p:txBody>
      </p:sp>
      <p:sp>
        <p:nvSpPr>
          <p:cNvPr id="23" name="AutoShape 23"/>
          <p:cNvSpPr/>
          <p:nvPr>
            <p:custDataLst>
              <p:tags r:id="rId26"/>
            </p:custDataLst>
          </p:nvPr>
        </p:nvSpPr>
        <p:spPr>
          <a:xfrm>
            <a:off x="9525000" y="3048000"/>
            <a:ext cx="1524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zh-CN" alt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永久</a:t>
            </a: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无限</a:t>
            </a:r>
            <a:r>
              <a:rPr lang="zh-CN" alt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体力和道具</a:t>
            </a:r>
            <a:r>
              <a:rPr lang="en-US" altLang="zh-CN"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畅玩游戏无任何限制</a:t>
            </a:r>
            <a:endParaRPr lang="en-US" sz="1100"/>
          </a:p>
        </p:txBody>
      </p:sp>
      <p:sp>
        <p:nvSpPr>
          <p:cNvPr id="24" name="AutoShape 24"/>
          <p:cNvSpPr/>
          <p:nvPr>
            <p:custDataLst>
              <p:tags r:id="rId27"/>
            </p:custDataLst>
          </p:nvPr>
        </p:nvSpPr>
        <p:spPr>
          <a:xfrm>
            <a:off x="9525000" y="3683000"/>
            <a:ext cx="1524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¥ 30.00</a:t>
            </a:r>
            <a:endParaRPr lang="en-US" sz="1100"/>
          </a:p>
        </p:txBody>
      </p:sp>
      <p:sp>
        <p:nvSpPr>
          <p:cNvPr id="25" name="AutoShape 25"/>
          <p:cNvSpPr/>
          <p:nvPr>
            <p:custDataLst>
              <p:tags r:id="rId28"/>
            </p:custDataLst>
          </p:nvPr>
        </p:nvSpPr>
        <p:spPr>
          <a:xfrm>
            <a:off x="9525000" y="4191000"/>
            <a:ext cx="1397000" cy="381000"/>
          </a:xfrm>
          <a:prstGeom prst="roundRect">
            <a:avLst>
              <a:gd name="adj" fmla="val 26666"/>
            </a:avLst>
          </a:prstGeom>
          <a:solidFill>
            <a:srgbClr val="AECBFA">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立即购买</a:t>
            </a:r>
            <a:endParaRPr lang="en-US" sz="1100"/>
          </a:p>
        </p:txBody>
      </p:sp>
      <p:sp>
        <p:nvSpPr>
          <p:cNvPr id="26" name="AutoShape 26"/>
          <p:cNvSpPr/>
          <p:nvPr/>
        </p:nvSpPr>
        <p:spPr>
          <a:xfrm>
            <a:off x="4953000" y="5080000"/>
            <a:ext cx="2286000" cy="508000"/>
          </a:xfrm>
          <a:prstGeom prst="roundRect">
            <a:avLst>
              <a:gd name="adj" fmla="val 40000"/>
            </a:avLst>
          </a:prstGeom>
          <a:solidFill>
            <a:srgbClr val="AECBFA">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返回主界面</a:t>
            </a:r>
            <a:endParaRPr lang="en-US" sz="1100"/>
          </a:p>
        </p:txBody>
      </p:sp>
    </p:spTree>
  </p:cSld>
  <p:clrMapOvr>
    <a:masterClrMapping/>
  </p:clrMapOvr>
</p:sld>
</file>

<file path=ppt/tags/tag1.xml><?xml version="1.0" encoding="utf-8"?>
<p:tagLst xmlns:p="http://schemas.openxmlformats.org/presentationml/2006/main">
  <p:tag name="KSO_WM_DIAGRAM_VIRTUALLY_FRAME" val="{&quot;height&quot;:164,&quot;left&quot;:330,&quot;top&quot;:200,&quot;width&quot;:300}"/>
</p:tagLst>
</file>

<file path=ppt/tags/tag2.xml><?xml version="1.0" encoding="utf-8"?>
<p:tagLst xmlns:p="http://schemas.openxmlformats.org/presentationml/2006/main">
  <p:tag name="KSO_WM_DIAGRAM_VIRTUALLY_FRAME" val="{&quot;height&quot;:164,&quot;left&quot;:330,&quot;top&quot;:200,&quot;width&quot;:300}"/>
</p:tagLst>
</file>

<file path=ppt/tags/tag3.xml><?xml version="1.0" encoding="utf-8"?>
<p:tagLst xmlns:p="http://schemas.openxmlformats.org/presentationml/2006/main">
  <p:tag name="KSO_WM_DIAGRAM_VIRTUALLY_FRAME" val="{&quot;height&quot;:164,&quot;left&quot;:330,&quot;top&quot;:200,&quot;width&quot;:300}"/>
</p:tagLst>
</file>

<file path=ppt/tags/tag4.xml><?xml version="1.0" encoding="utf-8"?>
<p:tagLst xmlns:p="http://schemas.openxmlformats.org/presentationml/2006/main">
  <p:tag name="KSO_WM_DIAGRAM_VIRTUALLY_FRAME" val="{&quot;height&quot;:164,&quot;left&quot;:330,&quot;top&quot;:200,&quot;width&quot;:300}"/>
</p:tagLst>
</file>

<file path=ppt/tags/tag5.xml><?xml version="1.0" encoding="utf-8"?>
<p:tagLst xmlns:p="http://schemas.openxmlformats.org/presentationml/2006/main">
  <p:tag name="KSO_WM_DIAGRAM_VIRTUALLY_FRAME" val="{&quot;height&quot;:164,&quot;left&quot;:330,&quot;top&quot;:200,&quot;width&quot;:300}"/>
</p:tagLst>
</file>

<file path=ppt/tags/tag6.xml><?xml version="1.0" encoding="utf-8"?>
<p:tagLst xmlns:p="http://schemas.openxmlformats.org/presentationml/2006/main">
  <p:tag name="KSO_WM_DIAGRAM_VIRTUALLY_FRAME" val="{&quot;height&quot;:164,&quot;left&quot;:330,&quot;top&quot;:200,&quot;width&quot;:300}"/>
</p:tagLst>
</file>

<file path=ppt/tags/tag7.xml><?xml version="1.0" encoding="utf-8"?>
<p:tagLst xmlns:p="http://schemas.openxmlformats.org/presentationml/2006/main">
  <p:tag name="KSO_WM_DIAGRAM_VIRTUALLY_FRAME" val="{&quot;height&quot;:164,&quot;left&quot;:330,&quot;top&quot;:200,&quot;width&quot;:300}"/>
</p:tagLst>
</file>

<file path=ppt/tags/tag8.xml><?xml version="1.0" encoding="utf-8"?>
<p:tagLst xmlns:p="http://schemas.openxmlformats.org/presentationml/2006/main">
  <p:tag name="KSO_WM_DIAGRAM_VIRTUALLY_FRAME" val="{&quot;height&quot;:164,&quot;left&quot;:330,&quot;top&quot;:200,&quot;width&quot;:300}"/>
</p:tagLst>
</file>

<file path=ppt/tags/tag9.xml><?xml version="1.0" encoding="utf-8"?>
<p:tagLst xmlns:p="http://schemas.openxmlformats.org/presentationml/2006/main">
  <p:tag name="TABLE_ENDDRAG_ORIGIN_RECT" val="340*351"/>
  <p:tag name="TABLE_ENDDRAG_RECT" val="60*110*340*351"/>
  <p:tag name="TABLE_AUTOADJUST_FLAG" val="1"/>
</p:tagLst>
</file>

<file path=ppt/tags/tag10.xml><?xml version="1.0" encoding="utf-8"?>
<p:tagLst xmlns:p="http://schemas.openxmlformats.org/presentationml/2006/main">
  <p:tag name="KSO_WM_DIAGRAM_VIRTUALLY_FRAME" val="{&quot;height&quot;:190,&quot;left&quot;:210,&quot;top&quot;:190,&quot;width&quot;:540}"/>
</p:tagLst>
</file>

<file path=ppt/tags/tag11.xml><?xml version="1.0" encoding="utf-8"?>
<p:tagLst xmlns:p="http://schemas.openxmlformats.org/presentationml/2006/main">
  <p:tag name="KSO_WM_DIAGRAM_VIRTUALLY_FRAME" val="{&quot;height&quot;:190,&quot;left&quot;:210,&quot;top&quot;:190,&quot;width&quot;:540}"/>
</p:tagLst>
</file>

<file path=ppt/tags/tag12.xml><?xml version="1.0" encoding="utf-8"?>
<p:tagLst xmlns:p="http://schemas.openxmlformats.org/presentationml/2006/main">
  <p:tag name="KSO_WM_DIAGRAM_VIRTUALLY_FRAME" val="{&quot;height&quot;:190,&quot;left&quot;:210,&quot;top&quot;:190,&quot;width&quot;:540}"/>
</p:tagLst>
</file>

<file path=ppt/tags/tag13.xml><?xml version="1.0" encoding="utf-8"?>
<p:tagLst xmlns:p="http://schemas.openxmlformats.org/presentationml/2006/main">
  <p:tag name="KSO_WM_DIAGRAM_VIRTUALLY_FRAME" val="{&quot;height&quot;:190,&quot;left&quot;:210,&quot;top&quot;:190,&quot;width&quot;:540}"/>
</p:tagLst>
</file>

<file path=ppt/tags/tag14.xml><?xml version="1.0" encoding="utf-8"?>
<p:tagLst xmlns:p="http://schemas.openxmlformats.org/presentationml/2006/main">
  <p:tag name="KSO_WM_DIAGRAM_VIRTUALLY_FRAME" val="{&quot;height&quot;:190,&quot;left&quot;:210,&quot;top&quot;:190,&quot;width&quot;:540}"/>
</p:tagLst>
</file>

<file path=ppt/tags/tag15.xml><?xml version="1.0" encoding="utf-8"?>
<p:tagLst xmlns:p="http://schemas.openxmlformats.org/presentationml/2006/main">
  <p:tag name="KSO_WM_DIAGRAM_VIRTUALLY_FRAME" val="{&quot;height&quot;:190,&quot;left&quot;:210,&quot;top&quot;:190,&quot;width&quot;:540}"/>
</p:tagLst>
</file>

<file path=ppt/tags/tag16.xml><?xml version="1.0" encoding="utf-8"?>
<p:tagLst xmlns:p="http://schemas.openxmlformats.org/presentationml/2006/main">
  <p:tag name="KSO_WM_DIAGRAM_VIRTUALLY_FRAME" val="{&quot;height&quot;:190,&quot;left&quot;:210,&quot;top&quot;:190,&quot;width&quot;:540}"/>
</p:tagLst>
</file>

<file path=ppt/tags/tag17.xml><?xml version="1.0" encoding="utf-8"?>
<p:tagLst xmlns:p="http://schemas.openxmlformats.org/presentationml/2006/main">
  <p:tag name="KSO_WM_DIAGRAM_VIRTUALLY_FRAME" val="{&quot;height&quot;:190,&quot;left&quot;:210,&quot;top&quot;:190,&quot;width&quot;:540}"/>
</p:tagLst>
</file>

<file path=ppt/tags/tag18.xml><?xml version="1.0" encoding="utf-8"?>
<p:tagLst xmlns:p="http://schemas.openxmlformats.org/presentationml/2006/main">
  <p:tag name="KSO_WM_DIAGRAM_VIRTUALLY_FRAME" val="{&quot;height&quot;:190,&quot;left&quot;:210,&quot;top&quot;:190,&quot;width&quot;:540}"/>
</p:tagLst>
</file>

<file path=ppt/tags/tag19.xml><?xml version="1.0" encoding="utf-8"?>
<p:tagLst xmlns:p="http://schemas.openxmlformats.org/presentationml/2006/main">
  <p:tag name="KSO_WM_DIAGRAM_VIRTUALLY_FRAME" val="{&quot;height&quot;:190,&quot;left&quot;:210,&quot;top&quot;:190,&quot;width&quot;:540}"/>
</p:tagLst>
</file>

<file path=ppt/tags/tag20.xml><?xml version="1.0" encoding="utf-8"?>
<p:tagLst xmlns:p="http://schemas.openxmlformats.org/presentationml/2006/main">
  <p:tag name="KSO_WM_DIAGRAM_VIRTUALLY_FRAME" val="{&quot;height&quot;:190,&quot;left&quot;:210,&quot;top&quot;:190,&quot;width&quot;:540}"/>
</p:tagLst>
</file>

<file path=ppt/tags/tag21.xml><?xml version="1.0" encoding="utf-8"?>
<p:tagLst xmlns:p="http://schemas.openxmlformats.org/presentationml/2006/main">
  <p:tag name="KSO_WM_DIAGRAM_VIRTUALLY_FRAME" val="{&quot;height&quot;:190,&quot;left&quot;:210,&quot;top&quot;:190,&quot;width&quot;:540}"/>
</p:tagLst>
</file>

<file path=ppt/tags/tag22.xml><?xml version="1.0" encoding="utf-8"?>
<p:tagLst xmlns:p="http://schemas.openxmlformats.org/presentationml/2006/main">
  <p:tag name="KSO_WM_DIAGRAM_VIRTUALLY_FRAME" val="{&quot;height&quot;:190,&quot;left&quot;:210,&quot;top&quot;:190,&quot;width&quot;:540}"/>
</p:tagLst>
</file>

<file path=ppt/tags/tag23.xml><?xml version="1.0" encoding="utf-8"?>
<p:tagLst xmlns:p="http://schemas.openxmlformats.org/presentationml/2006/main">
  <p:tag name="KSO_WM_DIAGRAM_VIRTUALLY_FRAME" val="{&quot;height&quot;:190,&quot;left&quot;:210,&quot;top&quot;:190,&quot;width&quot;:540}"/>
</p:tagLst>
</file>

<file path=ppt/tags/tag24.xml><?xml version="1.0" encoding="utf-8"?>
<p:tagLst xmlns:p="http://schemas.openxmlformats.org/presentationml/2006/main">
  <p:tag name="KSO_WM_DIAGRAM_VIRTUALLY_FRAME" val="{&quot;height&quot;:190,&quot;left&quot;:210,&quot;top&quot;:190,&quot;width&quot;:540}"/>
</p:tagLst>
</file>

<file path=ppt/tags/tag25.xml><?xml version="1.0" encoding="utf-8"?>
<p:tagLst xmlns:p="http://schemas.openxmlformats.org/presentationml/2006/main">
  <p:tag name="KSO_WM_DIAGRAM_VIRTUALLY_FRAME" val="{&quot;height&quot;:190,&quot;left&quot;:210,&quot;top&quot;:190,&quot;width&quot;:540}"/>
</p:tagLst>
</file>

<file path=ppt/tags/tag26.xml><?xml version="1.0" encoding="utf-8"?>
<p:tagLst xmlns:p="http://schemas.openxmlformats.org/presentationml/2006/main">
  <p:tag name="KSO_WM_DIAGRAM_VIRTUALLY_FRAME" val="{&quot;height&quot;:190,&quot;left&quot;:210,&quot;top&quot;:190,&quot;width&quot;:540}"/>
</p:tagLst>
</file>

<file path=ppt/tags/tag27.xml><?xml version="1.0" encoding="utf-8"?>
<p:tagLst xmlns:p="http://schemas.openxmlformats.org/presentationml/2006/main">
  <p:tag name="KSO_WM_DIAGRAM_VIRTUALLY_FRAME" val="{&quot;height&quot;:190,&quot;left&quot;:210,&quot;top&quot;:190,&quot;width&quot;:540}"/>
</p:tagLst>
</file>

<file path=ppt/tags/tag28.xml><?xml version="1.0" encoding="utf-8"?>
<p:tagLst xmlns:p="http://schemas.openxmlformats.org/presentationml/2006/main">
  <p:tag name="KSO_WM_DIAGRAM_VIRTUALLY_FRAME" val="{&quot;height&quot;:190,&quot;left&quot;:210,&quot;top&quot;:190,&quot;width&quot;:540}"/>
</p:tagLst>
</file>

<file path=ppt/tags/tag29.xml><?xml version="1.0" encoding="utf-8"?>
<p:tagLst xmlns:p="http://schemas.openxmlformats.org/presentationml/2006/main">
  <p:tag name="KSO_WM_DIAGRAM_VIRTUALLY_FRAME" val="{&quot;height&quot;:190,&quot;left&quot;:210,&quot;top&quot;:190,&quot;width&quot;:540}"/>
</p:tagLst>
</file>

<file path=ppt/tags/tag30.xml><?xml version="1.0" encoding="utf-8"?>
<p:tagLst xmlns:p="http://schemas.openxmlformats.org/presentationml/2006/main">
  <p:tag name="KSO_WM_DIAGRAM_VIRTUALLY_FRAME" val="{&quot;height&quot;:190,&quot;left&quot;:210,&quot;top&quot;:190,&quot;width&quot;:540}"/>
</p:tagLst>
</file>

<file path=ppt/tags/tag31.xml><?xml version="1.0" encoding="utf-8"?>
<p:tagLst xmlns:p="http://schemas.openxmlformats.org/presentationml/2006/main">
  <p:tag name="KSO_WM_DIAGRAM_VIRTUALLY_FRAME" val="{&quot;height&quot;:180,&quot;left&quot;:80,&quot;top&quot;:180,&quot;width&quot;:800}"/>
</p:tagLst>
</file>

<file path=ppt/tags/tag32.xml><?xml version="1.0" encoding="utf-8"?>
<p:tagLst xmlns:p="http://schemas.openxmlformats.org/presentationml/2006/main">
  <p:tag name="KSO_WM_DIAGRAM_VIRTUALLY_FRAME" val="{&quot;height&quot;:180,&quot;left&quot;:80,&quot;top&quot;:180,&quot;width&quot;:800}"/>
</p:tagLst>
</file>

<file path=ppt/tags/tag33.xml><?xml version="1.0" encoding="utf-8"?>
<p:tagLst xmlns:p="http://schemas.openxmlformats.org/presentationml/2006/main">
  <p:tag name="KSO_WM_DIAGRAM_VIRTUALLY_FRAME" val="{&quot;height&quot;:180,&quot;left&quot;:80,&quot;top&quot;:180,&quot;width&quot;:800}"/>
</p:tagLst>
</file>

<file path=ppt/tags/tag34.xml><?xml version="1.0" encoding="utf-8"?>
<p:tagLst xmlns:p="http://schemas.openxmlformats.org/presentationml/2006/main">
  <p:tag name="KSO_WM_DIAGRAM_VIRTUALLY_FRAME" val="{&quot;height&quot;:180,&quot;left&quot;:80,&quot;top&quot;:180,&quot;width&quot;:800}"/>
</p:tagLst>
</file>

<file path=ppt/tags/tag35.xml><?xml version="1.0" encoding="utf-8"?>
<p:tagLst xmlns:p="http://schemas.openxmlformats.org/presentationml/2006/main">
  <p:tag name="KSO_WM_DIAGRAM_VIRTUALLY_FRAME" val="{&quot;height&quot;:180,&quot;left&quot;:80,&quot;top&quot;:180,&quot;width&quot;:800}"/>
</p:tagLst>
</file>

<file path=ppt/tags/tag36.xml><?xml version="1.0" encoding="utf-8"?>
<p:tagLst xmlns:p="http://schemas.openxmlformats.org/presentationml/2006/main">
  <p:tag name="KSO_WM_DIAGRAM_VIRTUALLY_FRAME" val="{&quot;height&quot;:180,&quot;left&quot;:80,&quot;top&quot;:180,&quot;width&quot;:800}"/>
</p:tagLst>
</file>

<file path=ppt/tags/tag37.xml><?xml version="1.0" encoding="utf-8"?>
<p:tagLst xmlns:p="http://schemas.openxmlformats.org/presentationml/2006/main">
  <p:tag name="KSO_WM_DIAGRAM_VIRTUALLY_FRAME" val="{&quot;height&quot;:180,&quot;left&quot;:80,&quot;top&quot;:180,&quot;width&quot;:800}"/>
</p:tagLst>
</file>

<file path=ppt/tags/tag38.xml><?xml version="1.0" encoding="utf-8"?>
<p:tagLst xmlns:p="http://schemas.openxmlformats.org/presentationml/2006/main">
  <p:tag name="KSO_WM_DIAGRAM_VIRTUALLY_FRAME" val="{&quot;height&quot;:180,&quot;left&quot;:80,&quot;top&quot;:180,&quot;width&quot;:800}"/>
</p:tagLst>
</file>

<file path=ppt/tags/tag39.xml><?xml version="1.0" encoding="utf-8"?>
<p:tagLst xmlns:p="http://schemas.openxmlformats.org/presentationml/2006/main">
  <p:tag name="KSO_WM_DIAGRAM_VIRTUALLY_FRAME" val="{&quot;height&quot;:180,&quot;left&quot;:80,&quot;top&quot;:180,&quot;width&quot;:800}"/>
</p:tagLst>
</file>

<file path=ppt/tags/tag40.xml><?xml version="1.0" encoding="utf-8"?>
<p:tagLst xmlns:p="http://schemas.openxmlformats.org/presentationml/2006/main">
  <p:tag name="KSO_WM_DIAGRAM_VIRTUALLY_FRAME" val="{&quot;height&quot;:180,&quot;left&quot;:80,&quot;top&quot;:180,&quot;width&quot;:800}"/>
</p:tagLst>
</file>

<file path=ppt/tags/tag41.xml><?xml version="1.0" encoding="utf-8"?>
<p:tagLst xmlns:p="http://schemas.openxmlformats.org/presentationml/2006/main">
  <p:tag name="KSO_WM_DIAGRAM_VIRTUALLY_FRAME" val="{&quot;height&quot;:180,&quot;left&quot;:80,&quot;top&quot;:180,&quot;width&quot;:800}"/>
</p:tagLst>
</file>

<file path=ppt/tags/tag42.xml><?xml version="1.0" encoding="utf-8"?>
<p:tagLst xmlns:p="http://schemas.openxmlformats.org/presentationml/2006/main">
  <p:tag name="KSO_WM_DIAGRAM_VIRTUALLY_FRAME" val="{&quot;height&quot;:180,&quot;left&quot;:80,&quot;top&quot;:180,&quot;width&quot;:800}"/>
</p:tagLst>
</file>

<file path=ppt/tags/tag43.xml><?xml version="1.0" encoding="utf-8"?>
<p:tagLst xmlns:p="http://schemas.openxmlformats.org/presentationml/2006/main">
  <p:tag name="KSO_WM_DIAGRAM_VIRTUALLY_FRAME" val="{&quot;height&quot;:180,&quot;left&quot;:80,&quot;top&quot;:180,&quot;width&quot;:800}"/>
</p:tagLst>
</file>

<file path=ppt/tags/tag44.xml><?xml version="1.0" encoding="utf-8"?>
<p:tagLst xmlns:p="http://schemas.openxmlformats.org/presentationml/2006/main">
  <p:tag name="KSO_WM_DIAGRAM_VIRTUALLY_FRAME" val="{&quot;height&quot;:180,&quot;left&quot;:80,&quot;top&quot;:180,&quot;width&quot;:800}"/>
</p:tagLst>
</file>

<file path=ppt/tags/tag45.xml><?xml version="1.0" encoding="utf-8"?>
<p:tagLst xmlns:p="http://schemas.openxmlformats.org/presentationml/2006/main">
  <p:tag name="KSO_WM_DIAGRAM_VIRTUALLY_FRAME" val="{&quot;height&quot;:180,&quot;left&quot;:80,&quot;top&quot;:180,&quot;width&quot;:800}"/>
</p:tagLst>
</file>

<file path=ppt/tags/tag46.xml><?xml version="1.0" encoding="utf-8"?>
<p:tagLst xmlns:p="http://schemas.openxmlformats.org/presentationml/2006/main">
  <p:tag name="KSO_WM_DIAGRAM_VIRTUALLY_FRAME" val="{&quot;height&quot;:180,&quot;left&quot;:80,&quot;top&quot;:180,&quot;width&quot;:800}"/>
</p:tagLst>
</file>

<file path=ppt/tags/tag47.xml><?xml version="1.0" encoding="utf-8"?>
<p:tagLst xmlns:p="http://schemas.openxmlformats.org/presentationml/2006/main">
  <p:tag name="KSO_WM_DIAGRAM_VIRTUALLY_FRAME" val="{&quot;height&quot;:180,&quot;left&quot;:80,&quot;top&quot;:180,&quot;width&quot;:800}"/>
</p:tagLst>
</file>

<file path=ppt/tags/tag48.xml><?xml version="1.0" encoding="utf-8"?>
<p:tagLst xmlns:p="http://schemas.openxmlformats.org/presentationml/2006/main">
  <p:tag name="KSO_WM_DIAGRAM_VIRTUALLY_FRAME" val="{&quot;height&quot;:180,&quot;left&quot;:80,&quot;top&quot;:180,&quot;width&quot;:800}"/>
</p:tagLst>
</file>

<file path=ppt/tags/tag49.xml><?xml version="1.0" encoding="utf-8"?>
<p:tagLst xmlns:p="http://schemas.openxmlformats.org/presentationml/2006/main">
  <p:tag name="KSO_WM_DIAGRAM_VIRTUALLY_FRAME" val="{&quot;height&quot;:180,&quot;left&quot;:80,&quot;top&quot;:180,&quot;width&quot;:800}"/>
</p:tagLst>
</file>

<file path=ppt/tags/tag50.xml><?xml version="1.0" encoding="utf-8"?>
<p:tagLst xmlns:p="http://schemas.openxmlformats.org/presentationml/2006/main">
  <p:tag name="KSO_WM_DIAGRAM_VIRTUALLY_FRAME" val="{&quot;height&quot;:180,&quot;left&quot;:80,&quot;top&quot;:180,&quot;width&quot;:800}"/>
</p:tagLst>
</file>

<file path=ppt/tags/tag51.xml><?xml version="1.0" encoding="utf-8"?>
<p:tagLst xmlns:p="http://schemas.openxmlformats.org/presentationml/2006/main">
  <p:tag name="KSO_WM_DIAGRAM_VIRTUALLY_FRAME" val="{&quot;height&quot;:180,&quot;left&quot;:80,&quot;top&quot;:180,&quot;width&quot;:80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570</Words>
  <Application>WPS 演示</Application>
  <PresentationFormat/>
  <Paragraphs>184</Paragraphs>
  <Slides>10</Slides>
  <Notes>0</Notes>
  <HiddenSlides>0</HiddenSlides>
  <MMClips>0</MMClips>
  <ScaleCrop>false</ScaleCrop>
  <HeadingPairs>
    <vt:vector size="6" baseType="variant">
      <vt:variant>
        <vt:lpstr>已用的字体</vt:lpstr>
      </vt:variant>
      <vt:variant>
        <vt:i4>7</vt:i4>
      </vt:variant>
      <vt:variant>
        <vt:lpstr>主题</vt:lpstr>
      </vt:variant>
      <vt:variant>
        <vt:i4>3</vt:i4>
      </vt:variant>
      <vt:variant>
        <vt:lpstr>幻灯片标题</vt:lpstr>
      </vt:variant>
      <vt:variant>
        <vt:i4>10</vt:i4>
      </vt:variant>
    </vt:vector>
  </HeadingPairs>
  <TitlesOfParts>
    <vt:vector size="20" baseType="lpstr">
      <vt:lpstr>Arial</vt:lpstr>
      <vt:lpstr>宋体</vt:lpstr>
      <vt:lpstr>Wingdings</vt:lpstr>
      <vt:lpstr>Arial</vt:lpstr>
      <vt:lpstr>Noto Sans SC</vt:lpstr>
      <vt:lpstr>微软雅黑</vt:lpstr>
      <vt:lpstr>Arial Unicode MS</vt:lpstr>
      <vt:lpstr>Office 主题​​</vt:lpstr>
      <vt:lpstr>默认主题</vt:lpstr>
      <vt:lpstr>1_默认主题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WPS_1679151964</cp:lastModifiedBy>
  <cp:revision>7</cp:revision>
  <dcterms:created xsi:type="dcterms:W3CDTF">2026-04-19T10:09:00Z</dcterms:created>
  <dcterms:modified xsi:type="dcterms:W3CDTF">2026-04-21T07:59:32Z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DCCEABE807194467B701E7DA48F8B22A_13</vt:lpwstr>
  </property>
</Properties>
</file>